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Rogue" charset="1" panose="00000000000000000000"/>
      <p:regular r:id="rId18"/>
    </p:embeddedFont>
    <p:embeddedFont>
      <p:font typeface="Courier Prime Bold" charset="1" panose="00000809000000000000"/>
      <p:regular r:id="rId19"/>
    </p:embeddedFont>
    <p:embeddedFont>
      <p:font typeface="Courier Prime" charset="1" panose="00000509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https://forms.office.com/Pages/ResponsePage.aspx?id=5DDYyk9VYUO65chlIz-3fyCE_oUnN7pJm0rlt31t_ShUOUlTWVFQSjIzT1MzMUtXOUkxSDhYVkRJRS4u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478" t="0" r="-1614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7723" y="952570"/>
            <a:ext cx="16732553" cy="8381861"/>
            <a:chOff x="0" y="0"/>
            <a:chExt cx="22310071" cy="11175815"/>
          </a:xfrm>
        </p:grpSpPr>
        <p:sp>
          <p:nvSpPr>
            <p:cNvPr name="Freeform 4" id="4"/>
            <p:cNvSpPr/>
            <p:nvPr/>
          </p:nvSpPr>
          <p:spPr>
            <a:xfrm flipH="false" flipV="false" rot="-10800000">
              <a:off x="2514733" y="5384745"/>
              <a:ext cx="17280604" cy="5791070"/>
            </a:xfrm>
            <a:custGeom>
              <a:avLst/>
              <a:gdLst/>
              <a:ahLst/>
              <a:cxnLst/>
              <a:rect r="r" b="b" t="t" l="l"/>
              <a:pathLst>
                <a:path h="5791070" w="17280604">
                  <a:moveTo>
                    <a:pt x="0" y="0"/>
                  </a:moveTo>
                  <a:lnTo>
                    <a:pt x="17280605" y="0"/>
                  </a:lnTo>
                  <a:lnTo>
                    <a:pt x="17280605" y="5791070"/>
                  </a:lnTo>
                  <a:lnTo>
                    <a:pt x="0" y="5791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90" r="0" b="-122381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-10800000">
              <a:off x="2514733" y="0"/>
              <a:ext cx="17280604" cy="5791070"/>
            </a:xfrm>
            <a:custGeom>
              <a:avLst/>
              <a:gdLst/>
              <a:ahLst/>
              <a:cxnLst/>
              <a:rect r="r" b="b" t="t" l="l"/>
              <a:pathLst>
                <a:path h="5791070" w="17280604">
                  <a:moveTo>
                    <a:pt x="0" y="0"/>
                  </a:moveTo>
                  <a:lnTo>
                    <a:pt x="17280605" y="0"/>
                  </a:lnTo>
                  <a:lnTo>
                    <a:pt x="17280605" y="5791070"/>
                  </a:lnTo>
                  <a:lnTo>
                    <a:pt x="0" y="5791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4071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1156833" y="1656170"/>
              <a:ext cx="11153238" cy="7503716"/>
            </a:xfrm>
            <a:custGeom>
              <a:avLst/>
              <a:gdLst/>
              <a:ahLst/>
              <a:cxnLst/>
              <a:rect r="r" b="b" t="t" l="l"/>
              <a:pathLst>
                <a:path h="7503716" w="11153238">
                  <a:moveTo>
                    <a:pt x="0" y="0"/>
                  </a:moveTo>
                  <a:lnTo>
                    <a:pt x="11153238" y="0"/>
                  </a:lnTo>
                  <a:lnTo>
                    <a:pt x="11153238" y="7503716"/>
                  </a:lnTo>
                  <a:lnTo>
                    <a:pt x="0" y="7503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0502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true" flipV="false" rot="0">
              <a:off x="0" y="1656170"/>
              <a:ext cx="11156833" cy="7503716"/>
            </a:xfrm>
            <a:custGeom>
              <a:avLst/>
              <a:gdLst/>
              <a:ahLst/>
              <a:cxnLst/>
              <a:rect r="r" b="b" t="t" l="l"/>
              <a:pathLst>
                <a:path h="7503716" w="11156833">
                  <a:moveTo>
                    <a:pt x="11156833" y="0"/>
                  </a:moveTo>
                  <a:lnTo>
                    <a:pt x="0" y="0"/>
                  </a:lnTo>
                  <a:lnTo>
                    <a:pt x="0" y="7503716"/>
                  </a:lnTo>
                  <a:lnTo>
                    <a:pt x="11156833" y="7503716"/>
                  </a:lnTo>
                  <a:lnTo>
                    <a:pt x="11156833" y="0"/>
                  </a:lnTo>
                  <a:close/>
                </a:path>
              </a:pathLst>
            </a:custGeom>
            <a:blipFill>
              <a:blip r:embed="rId4"/>
              <a:stretch>
                <a:fillRect l="-80444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5315301" y="2415916"/>
            <a:ext cx="7657397" cy="4875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706"/>
              </a:lnSpc>
            </a:pPr>
            <a:r>
              <a:rPr lang="en-US" sz="24076" spc="1083">
                <a:solidFill>
                  <a:srgbClr val="343439"/>
                </a:solidFill>
                <a:latin typeface="Rogue"/>
                <a:ea typeface="Rogue"/>
                <a:cs typeface="Rogue"/>
                <a:sym typeface="Rogue"/>
              </a:rPr>
              <a:t>Part 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47895" y="7894842"/>
            <a:ext cx="6192209" cy="665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b="true" sz="3799" u="sng">
                <a:solidFill>
                  <a:srgbClr val="343439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Tyler Olson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13943" y="1736823"/>
            <a:ext cx="5860115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5"/>
              </a:lnSpc>
            </a:pPr>
            <a:r>
              <a:rPr lang="en-US" sz="3599" spc="25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Cybersecurity 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478" t="0" r="-1614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218177">
            <a:off x="17608984" y="1549438"/>
            <a:ext cx="4519162" cy="7464082"/>
          </a:xfrm>
          <a:custGeom>
            <a:avLst/>
            <a:gdLst/>
            <a:ahLst/>
            <a:cxnLst/>
            <a:rect r="r" b="b" t="t" l="l"/>
            <a:pathLst>
              <a:path h="7464082" w="4519162">
                <a:moveTo>
                  <a:pt x="0" y="0"/>
                </a:moveTo>
                <a:lnTo>
                  <a:pt x="4519162" y="0"/>
                </a:lnTo>
                <a:lnTo>
                  <a:pt x="4519162" y="7464081"/>
                </a:lnTo>
                <a:lnTo>
                  <a:pt x="0" y="7464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5545696">
            <a:off x="-3722506" y="1587481"/>
            <a:ext cx="4519162" cy="7464082"/>
          </a:xfrm>
          <a:custGeom>
            <a:avLst/>
            <a:gdLst/>
            <a:ahLst/>
            <a:cxnLst/>
            <a:rect r="r" b="b" t="t" l="l"/>
            <a:pathLst>
              <a:path h="7464082" w="4519162">
                <a:moveTo>
                  <a:pt x="0" y="0"/>
                </a:moveTo>
                <a:lnTo>
                  <a:pt x="4519162" y="0"/>
                </a:lnTo>
                <a:lnTo>
                  <a:pt x="4519162" y="7464082"/>
                </a:lnTo>
                <a:lnTo>
                  <a:pt x="0" y="74640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2050547" y="516079"/>
            <a:ext cx="14186907" cy="9254843"/>
            <a:chOff x="0" y="0"/>
            <a:chExt cx="18915875" cy="12339791"/>
          </a:xfrm>
        </p:grpSpPr>
        <p:sp>
          <p:nvSpPr>
            <p:cNvPr name="Freeform 6" id="6"/>
            <p:cNvSpPr/>
            <p:nvPr/>
          </p:nvSpPr>
          <p:spPr>
            <a:xfrm flipH="false" flipV="false" rot="5464561">
              <a:off x="-1202329" y="1420356"/>
              <a:ext cx="12129849" cy="9499079"/>
            </a:xfrm>
            <a:custGeom>
              <a:avLst/>
              <a:gdLst/>
              <a:ahLst/>
              <a:cxnLst/>
              <a:rect r="r" b="b" t="t" l="l"/>
              <a:pathLst>
                <a:path h="9499079" w="12129849">
                  <a:moveTo>
                    <a:pt x="0" y="0"/>
                  </a:moveTo>
                  <a:lnTo>
                    <a:pt x="12129848" y="0"/>
                  </a:lnTo>
                  <a:lnTo>
                    <a:pt x="12129848" y="9499079"/>
                  </a:lnTo>
                  <a:lnTo>
                    <a:pt x="0" y="9499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2398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true" rot="5322911">
              <a:off x="7966616" y="1420356"/>
              <a:ext cx="12129849" cy="9499079"/>
            </a:xfrm>
            <a:custGeom>
              <a:avLst/>
              <a:gdLst/>
              <a:ahLst/>
              <a:cxnLst/>
              <a:rect r="r" b="b" t="t" l="l"/>
              <a:pathLst>
                <a:path h="9499079" w="12129849">
                  <a:moveTo>
                    <a:pt x="0" y="9499079"/>
                  </a:moveTo>
                  <a:lnTo>
                    <a:pt x="12129849" y="9499079"/>
                  </a:lnTo>
                  <a:lnTo>
                    <a:pt x="12129849" y="0"/>
                  </a:lnTo>
                  <a:lnTo>
                    <a:pt x="0" y="0"/>
                  </a:lnTo>
                  <a:lnTo>
                    <a:pt x="0" y="9499079"/>
                  </a:lnTo>
                  <a:close/>
                </a:path>
              </a:pathLst>
            </a:custGeom>
            <a:blipFill>
              <a:blip r:embed="rId4"/>
              <a:stretch>
                <a:fillRect l="0" t="-102398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6613250" y="3428416"/>
            <a:ext cx="4461998" cy="4461998"/>
          </a:xfrm>
          <a:custGeom>
            <a:avLst/>
            <a:gdLst/>
            <a:ahLst/>
            <a:cxnLst/>
            <a:rect r="r" b="b" t="t" l="l"/>
            <a:pathLst>
              <a:path h="4461998" w="4461998">
                <a:moveTo>
                  <a:pt x="0" y="0"/>
                </a:moveTo>
                <a:lnTo>
                  <a:pt x="4461999" y="0"/>
                </a:lnTo>
                <a:lnTo>
                  <a:pt x="4461999" y="4461998"/>
                </a:lnTo>
                <a:lnTo>
                  <a:pt x="0" y="44619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949850" y="1599814"/>
            <a:ext cx="11788800" cy="170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99"/>
              </a:lnSpc>
            </a:pPr>
            <a:r>
              <a:rPr lang="en-US" sz="9999">
                <a:solidFill>
                  <a:srgbClr val="343439"/>
                </a:solidFill>
                <a:latin typeface="Rogue"/>
                <a:ea typeface="Rogue"/>
                <a:cs typeface="Rogue"/>
                <a:sym typeface="Rogue"/>
                <a:hlinkClick r:id="rId6" tooltip="https://forms.office.com/Pages/ResponsePage.aspx?id=5DDYyk9VYUO65chlIz-3fyCE_oUnN7pJm0rlt31t_ShUOUlTWVFQSjIzT1MzMUtXOUkxSDhYVkRJRS4u"/>
              </a:rPr>
              <a:t>Attendance </a:t>
            </a:r>
            <a:r>
              <a:rPr lang="en-US" sz="9999">
                <a:solidFill>
                  <a:srgbClr val="343439"/>
                </a:solidFill>
                <a:latin typeface="Rogue"/>
                <a:ea typeface="Rogue"/>
                <a:cs typeface="Rogue"/>
                <a:sym typeface="Rogue"/>
              </a:rPr>
              <a:t>survey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478" t="0" r="-1614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359055" y="691269"/>
            <a:ext cx="20904793" cy="10977660"/>
            <a:chOff x="0" y="0"/>
            <a:chExt cx="27873057" cy="14636880"/>
          </a:xfrm>
        </p:grpSpPr>
        <p:sp>
          <p:nvSpPr>
            <p:cNvPr name="Freeform 4" id="4"/>
            <p:cNvSpPr/>
            <p:nvPr/>
          </p:nvSpPr>
          <p:spPr>
            <a:xfrm flipH="false" flipV="false" rot="-5400000">
              <a:off x="11898398" y="-1337779"/>
              <a:ext cx="14636880" cy="17312438"/>
            </a:xfrm>
            <a:custGeom>
              <a:avLst/>
              <a:gdLst/>
              <a:ahLst/>
              <a:cxnLst/>
              <a:rect r="r" b="b" t="t" l="l"/>
              <a:pathLst>
                <a:path h="17312438" w="14636880">
                  <a:moveTo>
                    <a:pt x="0" y="0"/>
                  </a:moveTo>
                  <a:lnTo>
                    <a:pt x="14636880" y="0"/>
                  </a:lnTo>
                  <a:lnTo>
                    <a:pt x="14636880" y="17312438"/>
                  </a:lnTo>
                  <a:lnTo>
                    <a:pt x="0" y="17312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5" id="5"/>
            <p:cNvSpPr/>
            <p:nvPr/>
          </p:nvSpPr>
          <p:spPr>
            <a:xfrm flipH="false" flipV="true" rot="-5400000">
              <a:off x="-413862" y="413862"/>
              <a:ext cx="14636880" cy="13809156"/>
            </a:xfrm>
            <a:custGeom>
              <a:avLst/>
              <a:gdLst/>
              <a:ahLst/>
              <a:cxnLst/>
              <a:rect r="r" b="b" t="t" l="l"/>
              <a:pathLst>
                <a:path h="13809156" w="14636880">
                  <a:moveTo>
                    <a:pt x="0" y="13809156"/>
                  </a:moveTo>
                  <a:lnTo>
                    <a:pt x="14636880" y="13809156"/>
                  </a:lnTo>
                  <a:lnTo>
                    <a:pt x="14636880" y="0"/>
                  </a:lnTo>
                  <a:lnTo>
                    <a:pt x="0" y="0"/>
                  </a:lnTo>
                  <a:lnTo>
                    <a:pt x="0" y="13809156"/>
                  </a:lnTo>
                  <a:close/>
                </a:path>
              </a:pathLst>
            </a:custGeom>
            <a:blipFill>
              <a:blip r:embed="rId3"/>
              <a:stretch>
                <a:fillRect l="0" t="-25369" r="0" b="0"/>
              </a:stretch>
            </a:blipFill>
            <a:ln cap="sq">
              <a:noFill/>
              <a:prstDash val="solid"/>
              <a:miter/>
            </a:ln>
          </p:spPr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391668" y="4520367"/>
          <a:ext cx="9838469" cy="4591050"/>
        </p:xfrm>
        <a:graphic>
          <a:graphicData uri="http://schemas.openxmlformats.org/drawingml/2006/table">
            <a:tbl>
              <a:tblPr/>
              <a:tblGrid>
                <a:gridCol w="746056"/>
                <a:gridCol w="7874955"/>
              </a:tblGrid>
              <a:tr h="95901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505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970">
                          <a:solidFill>
                            <a:srgbClr val="FAFAFA"/>
                          </a:solidFill>
                          <a:latin typeface="Courier Prime Bold"/>
                          <a:ea typeface="Courier Prime Bold"/>
                          <a:cs typeface="Courier Prime Bold"/>
                          <a:sym typeface="Courier Prime Bold"/>
                        </a:rPr>
                        <a:t>1</a:t>
                      </a:r>
                      <a:endParaRPr lang="en-US" sz="1100"/>
                    </a:p>
                  </a:txBody>
                  <a:tcPr marL="161925" marR="161925" marT="161925" marB="161925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43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15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670">
                          <a:solidFill>
                            <a:srgbClr val="343439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CTF Basics</a:t>
                      </a:r>
                      <a:endParaRPr lang="en-US" sz="1100"/>
                    </a:p>
                  </a:txBody>
                  <a:tcPr marL="161925" marR="161925" marT="161925" marB="161925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8008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15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670">
                          <a:solidFill>
                            <a:srgbClr val="FAFAFA"/>
                          </a:solidFill>
                          <a:latin typeface="Courier Prime Bold"/>
                          <a:ea typeface="Courier Prime Bold"/>
                          <a:cs typeface="Courier Prime Bold"/>
                          <a:sym typeface="Courier Prime Bold"/>
                        </a:rPr>
                        <a:t>2</a:t>
                      </a:r>
                      <a:endParaRPr lang="en-US" sz="1100"/>
                    </a:p>
                  </a:txBody>
                  <a:tcPr marL="161925" marR="161925" marT="161925" marB="161925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43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15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670">
                          <a:solidFill>
                            <a:srgbClr val="343439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OSINT</a:t>
                      </a:r>
                      <a:endParaRPr lang="en-US" sz="1100"/>
                    </a:p>
                  </a:txBody>
                  <a:tcPr marL="161925" marR="161925" marT="161925" marB="161925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8008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15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670">
                          <a:solidFill>
                            <a:srgbClr val="FAFAFA"/>
                          </a:solidFill>
                          <a:latin typeface="Courier Prime Bold"/>
                          <a:ea typeface="Courier Prime Bold"/>
                          <a:cs typeface="Courier Prime Bold"/>
                          <a:sym typeface="Courier Prime Bold"/>
                        </a:rPr>
                        <a:t>3</a:t>
                      </a:r>
                      <a:endParaRPr lang="en-US" sz="1100"/>
                    </a:p>
                  </a:txBody>
                  <a:tcPr marL="161925" marR="161925" marT="161925" marB="161925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43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15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670">
                          <a:solidFill>
                            <a:srgbClr val="343439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Malware Analysis</a:t>
                      </a:r>
                      <a:endParaRPr lang="en-US" sz="1100"/>
                    </a:p>
                  </a:txBody>
                  <a:tcPr marL="161925" marR="161925" marT="161925" marB="161925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8008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15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670">
                          <a:solidFill>
                            <a:srgbClr val="FAFAFA"/>
                          </a:solidFill>
                          <a:latin typeface="Courier Prime Bold"/>
                          <a:ea typeface="Courier Prime Bold"/>
                          <a:cs typeface="Courier Prime Bold"/>
                          <a:sym typeface="Courier Prime Bold"/>
                        </a:rPr>
                        <a:t>4</a:t>
                      </a:r>
                      <a:endParaRPr lang="en-US" sz="1100"/>
                    </a:p>
                  </a:txBody>
                  <a:tcPr marL="161925" marR="161925" marT="161925" marB="161925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43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15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670">
                          <a:solidFill>
                            <a:srgbClr val="343439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Log Analysis</a:t>
                      </a:r>
                      <a:endParaRPr lang="en-US" sz="1100"/>
                    </a:p>
                  </a:txBody>
                  <a:tcPr marL="161925" marR="161925" marT="161925" marB="161925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8008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15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670">
                          <a:solidFill>
                            <a:srgbClr val="FAFAFA"/>
                          </a:solidFill>
                          <a:latin typeface="Courier Prime Bold"/>
                          <a:ea typeface="Courier Prime Bold"/>
                          <a:cs typeface="Courier Prime Bold"/>
                          <a:sym typeface="Courier Prime Bold"/>
                        </a:rPr>
                        <a:t>5</a:t>
                      </a:r>
                      <a:endParaRPr lang="en-US" sz="1100"/>
                    </a:p>
                  </a:txBody>
                  <a:tcPr marL="161925" marR="161925" marT="161925" marB="161925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43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15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670">
                          <a:solidFill>
                            <a:srgbClr val="343439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Forensics/Incident response</a:t>
                      </a:r>
                      <a:endParaRPr lang="en-US" sz="1100"/>
                    </a:p>
                  </a:txBody>
                  <a:tcPr marL="161925" marR="161925" marT="161925" marB="161925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391668" y="2088121"/>
            <a:ext cx="5219562" cy="1982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539"/>
              </a:lnSpc>
              <a:spcBef>
                <a:spcPct val="0"/>
              </a:spcBef>
            </a:pPr>
            <a:r>
              <a:rPr lang="en-US" sz="11981">
                <a:solidFill>
                  <a:srgbClr val="343439"/>
                </a:solidFill>
                <a:latin typeface="Rogue"/>
                <a:ea typeface="Rogue"/>
                <a:cs typeface="Rogue"/>
                <a:sym typeface="Rogue"/>
              </a:rPr>
              <a:t>Recap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478" t="0" r="-1614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359055" y="691269"/>
            <a:ext cx="20904793" cy="10977660"/>
            <a:chOff x="0" y="0"/>
            <a:chExt cx="27873057" cy="14636880"/>
          </a:xfrm>
        </p:grpSpPr>
        <p:sp>
          <p:nvSpPr>
            <p:cNvPr name="Freeform 4" id="4"/>
            <p:cNvSpPr/>
            <p:nvPr/>
          </p:nvSpPr>
          <p:spPr>
            <a:xfrm flipH="false" flipV="false" rot="-5400000">
              <a:off x="11898398" y="-1337779"/>
              <a:ext cx="14636880" cy="17312438"/>
            </a:xfrm>
            <a:custGeom>
              <a:avLst/>
              <a:gdLst/>
              <a:ahLst/>
              <a:cxnLst/>
              <a:rect r="r" b="b" t="t" l="l"/>
              <a:pathLst>
                <a:path h="17312438" w="14636880">
                  <a:moveTo>
                    <a:pt x="0" y="0"/>
                  </a:moveTo>
                  <a:lnTo>
                    <a:pt x="14636880" y="0"/>
                  </a:lnTo>
                  <a:lnTo>
                    <a:pt x="14636880" y="17312438"/>
                  </a:lnTo>
                  <a:lnTo>
                    <a:pt x="0" y="17312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5" id="5"/>
            <p:cNvSpPr/>
            <p:nvPr/>
          </p:nvSpPr>
          <p:spPr>
            <a:xfrm flipH="false" flipV="true" rot="-5400000">
              <a:off x="-413862" y="413862"/>
              <a:ext cx="14636880" cy="13809156"/>
            </a:xfrm>
            <a:custGeom>
              <a:avLst/>
              <a:gdLst/>
              <a:ahLst/>
              <a:cxnLst/>
              <a:rect r="r" b="b" t="t" l="l"/>
              <a:pathLst>
                <a:path h="13809156" w="14636880">
                  <a:moveTo>
                    <a:pt x="0" y="13809156"/>
                  </a:moveTo>
                  <a:lnTo>
                    <a:pt x="14636880" y="13809156"/>
                  </a:lnTo>
                  <a:lnTo>
                    <a:pt x="14636880" y="0"/>
                  </a:lnTo>
                  <a:lnTo>
                    <a:pt x="0" y="0"/>
                  </a:lnTo>
                  <a:lnTo>
                    <a:pt x="0" y="13809156"/>
                  </a:lnTo>
                  <a:close/>
                </a:path>
              </a:pathLst>
            </a:custGeom>
            <a:blipFill>
              <a:blip r:embed="rId3"/>
              <a:stretch>
                <a:fillRect l="0" t="-25369" r="0" b="0"/>
              </a:stretch>
            </a:blipFill>
            <a:ln cap="sq">
              <a:noFill/>
              <a:prstDash val="solid"/>
              <a:miter/>
            </a:ln>
          </p:spPr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391668" y="4570810"/>
          <a:ext cx="9918836" cy="4211835"/>
        </p:xfrm>
        <a:graphic>
          <a:graphicData uri="http://schemas.openxmlformats.org/drawingml/2006/table">
            <a:tbl>
              <a:tblPr/>
              <a:tblGrid>
                <a:gridCol w="752150"/>
                <a:gridCol w="8010833"/>
              </a:tblGrid>
              <a:tr h="997722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505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970">
                          <a:solidFill>
                            <a:srgbClr val="FAFAFA"/>
                          </a:solidFill>
                          <a:latin typeface="Courier Prime Bold"/>
                          <a:ea typeface="Courier Prime Bold"/>
                          <a:cs typeface="Courier Prime Bold"/>
                          <a:sym typeface="Courier Prime Bold"/>
                        </a:rPr>
                        <a:t>1</a:t>
                      </a:r>
                      <a:endParaRPr lang="en-US" sz="1100"/>
                    </a:p>
                  </a:txBody>
                  <a:tcPr marL="161925" marR="161925" marT="161925" marB="161925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43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15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670">
                          <a:solidFill>
                            <a:srgbClr val="343439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Welcome back / Reintroduction</a:t>
                      </a:r>
                      <a:endParaRPr lang="en-US" sz="1100"/>
                    </a:p>
                  </a:txBody>
                  <a:tcPr marL="161925" marR="161925" marT="161925" marB="161925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736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15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670">
                          <a:solidFill>
                            <a:srgbClr val="FAFAFA"/>
                          </a:solidFill>
                          <a:latin typeface="Courier Prime Bold"/>
                          <a:ea typeface="Courier Prime Bold"/>
                          <a:cs typeface="Courier Prime Bold"/>
                          <a:sym typeface="Courier Prime Bold"/>
                        </a:rPr>
                        <a:t>2</a:t>
                      </a:r>
                      <a:endParaRPr lang="en-US" sz="1100"/>
                    </a:p>
                  </a:txBody>
                  <a:tcPr marL="161925" marR="161925" marT="161925" marB="161925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43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15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670">
                          <a:solidFill>
                            <a:srgbClr val="343439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Events overview</a:t>
                      </a:r>
                      <a:endParaRPr lang="en-US" sz="1100"/>
                    </a:p>
                  </a:txBody>
                  <a:tcPr marL="161925" marR="161925" marT="161925" marB="161925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73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5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670">
                          <a:solidFill>
                            <a:srgbClr val="FAFAFA"/>
                          </a:solidFill>
                          <a:latin typeface="Courier Prime Bold"/>
                          <a:ea typeface="Courier Prime Bold"/>
                          <a:cs typeface="Courier Prime Bold"/>
                          <a:sym typeface="Courier Prime Bold"/>
                        </a:rPr>
                        <a:t>3</a:t>
                      </a:r>
                      <a:endParaRPr lang="en-US" sz="1100"/>
                    </a:p>
                  </a:txBody>
                  <a:tcPr marL="161925" marR="161925" marT="161925" marB="161925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43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5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670">
                          <a:solidFill>
                            <a:srgbClr val="343439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Networking</a:t>
                      </a:r>
                      <a:endParaRPr lang="en-US" sz="1100"/>
                    </a:p>
                  </a:txBody>
                  <a:tcPr marL="161925" marR="161925" marT="161925" marB="161925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9385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15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670">
                          <a:solidFill>
                            <a:srgbClr val="FAFAFA"/>
                          </a:solidFill>
                          <a:latin typeface="Courier Prime Bold"/>
                          <a:ea typeface="Courier Prime Bold"/>
                          <a:cs typeface="Courier Prime Bold"/>
                          <a:sym typeface="Courier Prime Bold"/>
                        </a:rPr>
                        <a:t>4</a:t>
                      </a:r>
                      <a:endParaRPr lang="en-US" sz="1100"/>
                    </a:p>
                  </a:txBody>
                  <a:tcPr marL="161925" marR="161925" marT="161925" marB="161925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43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15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670">
                          <a:solidFill>
                            <a:srgbClr val="343439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Getting certified (Where to look, what to study)</a:t>
                      </a:r>
                      <a:endParaRPr lang="en-US" sz="1100"/>
                    </a:p>
                  </a:txBody>
                  <a:tcPr marL="161925" marR="161925" marT="161925" marB="161925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391668" y="2088121"/>
            <a:ext cx="8819995" cy="1982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539"/>
              </a:lnSpc>
              <a:spcBef>
                <a:spcPct val="0"/>
              </a:spcBef>
            </a:pPr>
            <a:r>
              <a:rPr lang="en-US" sz="11981">
                <a:solidFill>
                  <a:srgbClr val="343439"/>
                </a:solidFill>
                <a:latin typeface="Rogue"/>
                <a:ea typeface="Rogue"/>
                <a:cs typeface="Rogue"/>
                <a:sym typeface="Rogue"/>
              </a:rPr>
              <a:t>Whats today?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478" t="0" r="-1614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50547" y="516079"/>
            <a:ext cx="14186907" cy="9254843"/>
            <a:chOff x="0" y="0"/>
            <a:chExt cx="18915875" cy="12339791"/>
          </a:xfrm>
        </p:grpSpPr>
        <p:sp>
          <p:nvSpPr>
            <p:cNvPr name="Freeform 4" id="4"/>
            <p:cNvSpPr/>
            <p:nvPr/>
          </p:nvSpPr>
          <p:spPr>
            <a:xfrm flipH="false" flipV="false" rot="5464561">
              <a:off x="-1202329" y="1420356"/>
              <a:ext cx="12129849" cy="9499079"/>
            </a:xfrm>
            <a:custGeom>
              <a:avLst/>
              <a:gdLst/>
              <a:ahLst/>
              <a:cxnLst/>
              <a:rect r="r" b="b" t="t" l="l"/>
              <a:pathLst>
                <a:path h="9499079" w="12129849">
                  <a:moveTo>
                    <a:pt x="0" y="0"/>
                  </a:moveTo>
                  <a:lnTo>
                    <a:pt x="12129848" y="0"/>
                  </a:lnTo>
                  <a:lnTo>
                    <a:pt x="12129848" y="9499079"/>
                  </a:lnTo>
                  <a:lnTo>
                    <a:pt x="0" y="9499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2398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5" id="5"/>
            <p:cNvSpPr/>
            <p:nvPr/>
          </p:nvSpPr>
          <p:spPr>
            <a:xfrm flipH="false" flipV="true" rot="5322911">
              <a:off x="7966616" y="1420356"/>
              <a:ext cx="12129849" cy="9499079"/>
            </a:xfrm>
            <a:custGeom>
              <a:avLst/>
              <a:gdLst/>
              <a:ahLst/>
              <a:cxnLst/>
              <a:rect r="r" b="b" t="t" l="l"/>
              <a:pathLst>
                <a:path h="9499079" w="12129849">
                  <a:moveTo>
                    <a:pt x="0" y="9499079"/>
                  </a:moveTo>
                  <a:lnTo>
                    <a:pt x="12129849" y="9499079"/>
                  </a:lnTo>
                  <a:lnTo>
                    <a:pt x="12129849" y="0"/>
                  </a:lnTo>
                  <a:lnTo>
                    <a:pt x="0" y="0"/>
                  </a:lnTo>
                  <a:lnTo>
                    <a:pt x="0" y="9499079"/>
                  </a:lnTo>
                  <a:close/>
                </a:path>
              </a:pathLst>
            </a:custGeom>
            <a:blipFill>
              <a:blip r:embed="rId3"/>
              <a:stretch>
                <a:fillRect l="0" t="-102398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4218771" y="4457408"/>
            <a:ext cx="9850457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2" indent="-259081" lvl="1">
              <a:lnSpc>
                <a:spcPts val="3960"/>
              </a:lnSpc>
              <a:buFont typeface="Arial"/>
              <a:buChar char="•"/>
            </a:pPr>
            <a:r>
              <a:rPr lang="en-US" sz="24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Learning along with you</a:t>
            </a:r>
          </a:p>
          <a:p>
            <a:pPr algn="l" marL="518162" indent="-259081" lvl="1">
              <a:lnSpc>
                <a:spcPts val="3960"/>
              </a:lnSpc>
              <a:buFont typeface="Arial"/>
              <a:buChar char="•"/>
            </a:pPr>
            <a:r>
              <a:rPr lang="en-US" sz="24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Feel free to email or send me any kind of feedback / ideas. I want to help you learn what you want!</a:t>
            </a:r>
          </a:p>
          <a:p>
            <a:pPr algn="l" marL="518162" indent="-259081" lvl="1">
              <a:lnSpc>
                <a:spcPts val="3960"/>
              </a:lnSpc>
              <a:buFont typeface="Arial"/>
              <a:buChar char="•"/>
            </a:pPr>
            <a:r>
              <a:rPr lang="en-US" sz="24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I’ll usually stay after we finish everything in case you want to chat / work on something!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95300" y="2176779"/>
            <a:ext cx="10297400" cy="1736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99"/>
              </a:lnSpc>
            </a:pPr>
            <a:r>
              <a:rPr lang="en-US" sz="9999">
                <a:solidFill>
                  <a:srgbClr val="343439"/>
                </a:solidFill>
                <a:latin typeface="Rogue"/>
                <a:ea typeface="Rogue"/>
                <a:cs typeface="Rogue"/>
                <a:sym typeface="Rogue"/>
              </a:rPr>
              <a:t>Quick Re-intro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5218177">
            <a:off x="17608984" y="1549438"/>
            <a:ext cx="4519162" cy="7464082"/>
          </a:xfrm>
          <a:custGeom>
            <a:avLst/>
            <a:gdLst/>
            <a:ahLst/>
            <a:cxnLst/>
            <a:rect r="r" b="b" t="t" l="l"/>
            <a:pathLst>
              <a:path h="7464082" w="4519162">
                <a:moveTo>
                  <a:pt x="0" y="0"/>
                </a:moveTo>
                <a:lnTo>
                  <a:pt x="4519162" y="0"/>
                </a:lnTo>
                <a:lnTo>
                  <a:pt x="4519162" y="7464081"/>
                </a:lnTo>
                <a:lnTo>
                  <a:pt x="0" y="74640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5545696">
            <a:off x="-3722506" y="1587481"/>
            <a:ext cx="4519162" cy="7464082"/>
          </a:xfrm>
          <a:custGeom>
            <a:avLst/>
            <a:gdLst/>
            <a:ahLst/>
            <a:cxnLst/>
            <a:rect r="r" b="b" t="t" l="l"/>
            <a:pathLst>
              <a:path h="7464082" w="4519162">
                <a:moveTo>
                  <a:pt x="0" y="0"/>
                </a:moveTo>
                <a:lnTo>
                  <a:pt x="4519162" y="0"/>
                </a:lnTo>
                <a:lnTo>
                  <a:pt x="4519162" y="7464082"/>
                </a:lnTo>
                <a:lnTo>
                  <a:pt x="0" y="74640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478" t="0" r="-1614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-986184" y="-6550034"/>
            <a:ext cx="20260368" cy="8682656"/>
            <a:chOff x="0" y="0"/>
            <a:chExt cx="27013823" cy="115768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956355" cy="11576875"/>
            </a:xfrm>
            <a:custGeom>
              <a:avLst/>
              <a:gdLst/>
              <a:ahLst/>
              <a:cxnLst/>
              <a:rect r="r" b="b" t="t" l="l"/>
              <a:pathLst>
                <a:path h="11576875" w="14956355">
                  <a:moveTo>
                    <a:pt x="0" y="0"/>
                  </a:moveTo>
                  <a:lnTo>
                    <a:pt x="14956355" y="0"/>
                  </a:lnTo>
                  <a:lnTo>
                    <a:pt x="14956355" y="11576875"/>
                  </a:lnTo>
                  <a:lnTo>
                    <a:pt x="0" y="11576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8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4030562" y="0"/>
              <a:ext cx="12983261" cy="11576875"/>
            </a:xfrm>
            <a:custGeom>
              <a:avLst/>
              <a:gdLst/>
              <a:ahLst/>
              <a:cxnLst/>
              <a:rect r="r" b="b" t="t" l="l"/>
              <a:pathLst>
                <a:path h="11576875" w="12983261">
                  <a:moveTo>
                    <a:pt x="0" y="0"/>
                  </a:moveTo>
                  <a:lnTo>
                    <a:pt x="12983261" y="0"/>
                  </a:lnTo>
                  <a:lnTo>
                    <a:pt x="12983261" y="11576875"/>
                  </a:lnTo>
                  <a:lnTo>
                    <a:pt x="0" y="11576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746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675542" y="3500960"/>
            <a:ext cx="4936917" cy="6319253"/>
            <a:chOff x="0" y="0"/>
            <a:chExt cx="6350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" cy="812800"/>
            </a:xfrm>
            <a:custGeom>
              <a:avLst/>
              <a:gdLst/>
              <a:ahLst/>
              <a:cxnLst/>
              <a:rect r="r" b="b" t="t" l="l"/>
              <a:pathLst>
                <a:path h="812800" w="6350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solidFill>
              <a:srgbClr val="F1F1F1"/>
            </a:solidFill>
            <a:ln w="38100" cap="sq">
              <a:solidFill>
                <a:srgbClr val="373737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35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22383" y="3500960"/>
            <a:ext cx="4936917" cy="6319253"/>
            <a:chOff x="0" y="0"/>
            <a:chExt cx="6350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" cy="812800"/>
            </a:xfrm>
            <a:custGeom>
              <a:avLst/>
              <a:gdLst/>
              <a:ahLst/>
              <a:cxnLst/>
              <a:rect r="r" b="b" t="t" l="l"/>
              <a:pathLst>
                <a:path h="812800" w="6350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solidFill>
              <a:srgbClr val="F1F1F1"/>
            </a:solidFill>
            <a:ln w="38100" cap="sq">
              <a:solidFill>
                <a:srgbClr val="373737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35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341673" y="249680"/>
            <a:ext cx="9604654" cy="3230406"/>
            <a:chOff x="0" y="0"/>
            <a:chExt cx="12806205" cy="43072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404134" y="0"/>
              <a:ext cx="6402071" cy="4307208"/>
            </a:xfrm>
            <a:custGeom>
              <a:avLst/>
              <a:gdLst/>
              <a:ahLst/>
              <a:cxnLst/>
              <a:rect r="r" b="b" t="t" l="l"/>
              <a:pathLst>
                <a:path h="4307208" w="6402071">
                  <a:moveTo>
                    <a:pt x="0" y="0"/>
                  </a:moveTo>
                  <a:lnTo>
                    <a:pt x="6402071" y="0"/>
                  </a:lnTo>
                  <a:lnTo>
                    <a:pt x="6402071" y="4307208"/>
                  </a:lnTo>
                  <a:lnTo>
                    <a:pt x="0" y="4307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0502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4" id="14"/>
            <p:cNvSpPr/>
            <p:nvPr/>
          </p:nvSpPr>
          <p:spPr>
            <a:xfrm flipH="true" flipV="false" rot="0">
              <a:off x="0" y="0"/>
              <a:ext cx="6404134" cy="4307208"/>
            </a:xfrm>
            <a:custGeom>
              <a:avLst/>
              <a:gdLst/>
              <a:ahLst/>
              <a:cxnLst/>
              <a:rect r="r" b="b" t="t" l="l"/>
              <a:pathLst>
                <a:path h="4307208" w="6404134">
                  <a:moveTo>
                    <a:pt x="6404134" y="0"/>
                  </a:moveTo>
                  <a:lnTo>
                    <a:pt x="0" y="0"/>
                  </a:lnTo>
                  <a:lnTo>
                    <a:pt x="0" y="4307208"/>
                  </a:lnTo>
                  <a:lnTo>
                    <a:pt x="6404134" y="4307208"/>
                  </a:lnTo>
                  <a:lnTo>
                    <a:pt x="6404134" y="0"/>
                  </a:lnTo>
                  <a:close/>
                </a:path>
              </a:pathLst>
            </a:custGeom>
            <a:blipFill>
              <a:blip r:embed="rId4"/>
              <a:stretch>
                <a:fillRect l="-80444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28700" y="3480086"/>
            <a:ext cx="4936917" cy="6319253"/>
            <a:chOff x="0" y="0"/>
            <a:chExt cx="6350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" cy="812800"/>
            </a:xfrm>
            <a:custGeom>
              <a:avLst/>
              <a:gdLst/>
              <a:ahLst/>
              <a:cxnLst/>
              <a:rect r="r" b="b" t="t" l="l"/>
              <a:pathLst>
                <a:path h="812800" w="6350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solidFill>
              <a:srgbClr val="F1F1F1"/>
            </a:solidFill>
            <a:ln w="38100" cap="sq">
              <a:solidFill>
                <a:srgbClr val="373737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35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219587" y="663406"/>
            <a:ext cx="5848826" cy="2069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199"/>
              </a:lnSpc>
              <a:spcBef>
                <a:spcPct val="0"/>
              </a:spcBef>
            </a:pPr>
            <a:r>
              <a:rPr lang="en-US" sz="9999">
                <a:solidFill>
                  <a:srgbClr val="343439"/>
                </a:solidFill>
                <a:latin typeface="Rogue"/>
                <a:ea typeface="Rogue"/>
                <a:cs typeface="Rogue"/>
                <a:sym typeface="Rogue"/>
              </a:rPr>
              <a:t>Competitions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17317" y="3431919"/>
            <a:ext cx="4196395" cy="226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18"/>
              </a:lnSpc>
              <a:spcBef>
                <a:spcPct val="0"/>
              </a:spcBef>
            </a:pPr>
            <a:r>
              <a:rPr lang="en-US" sz="6900">
                <a:solidFill>
                  <a:srgbClr val="343439"/>
                </a:solidFill>
                <a:latin typeface="Rogue"/>
                <a:ea typeface="Rogue"/>
                <a:cs typeface="Rogue"/>
                <a:sym typeface="Rogue"/>
              </a:rPr>
              <a:t>National Cyber League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67964" y="3735597"/>
            <a:ext cx="4352072" cy="12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18"/>
              </a:lnSpc>
              <a:spcBef>
                <a:spcPct val="0"/>
              </a:spcBef>
            </a:pPr>
            <a:r>
              <a:rPr lang="en-US" sz="6900">
                <a:solidFill>
                  <a:srgbClr val="343439"/>
                </a:solidFill>
                <a:latin typeface="Rogue"/>
                <a:ea typeface="Rogue"/>
                <a:cs typeface="Rogue"/>
                <a:sym typeface="Rogue"/>
              </a:rPr>
              <a:t>Sp4rkcon CTF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31901" y="5633718"/>
            <a:ext cx="3767227" cy="272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8"/>
              </a:lnSpc>
            </a:pPr>
            <a:r>
              <a:rPr lang="en-US" sz="21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Second season of NCL will be soon</a:t>
            </a:r>
          </a:p>
          <a:p>
            <a:pPr algn="ctr">
              <a:lnSpc>
                <a:spcPts val="3108"/>
              </a:lnSpc>
            </a:pPr>
          </a:p>
          <a:p>
            <a:pPr algn="ctr">
              <a:lnSpc>
                <a:spcPts val="3108"/>
              </a:lnSpc>
            </a:pPr>
            <a:r>
              <a:rPr lang="en-US" sz="21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Apr 10 - Apr 12 : Individual Game</a:t>
            </a:r>
          </a:p>
          <a:p>
            <a:pPr algn="ctr" marL="0" indent="0" lvl="0">
              <a:lnSpc>
                <a:spcPts val="3108"/>
              </a:lnSpc>
            </a:pPr>
            <a:r>
              <a:rPr lang="en-US" sz="21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Apr 24 - Apr 26 : Team Game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260387" y="5278507"/>
            <a:ext cx="3767227" cy="3897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8"/>
              </a:lnSpc>
            </a:pPr>
            <a:r>
              <a:rPr lang="en-US" sz="21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Compete against industry profesionals during the conference. great chance to network and learn</a:t>
            </a:r>
          </a:p>
          <a:p>
            <a:pPr algn="ctr">
              <a:lnSpc>
                <a:spcPts val="3108"/>
              </a:lnSpc>
            </a:pPr>
          </a:p>
          <a:p>
            <a:pPr algn="ctr">
              <a:lnSpc>
                <a:spcPts val="3108"/>
              </a:lnSpc>
            </a:pPr>
            <a:r>
              <a:rPr lang="en-US" sz="21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Registration is on site</a:t>
            </a:r>
          </a:p>
          <a:p>
            <a:pPr algn="ctr" marL="0" indent="0" lvl="0">
              <a:lnSpc>
                <a:spcPts val="3108"/>
              </a:lnSpc>
            </a:pPr>
            <a:r>
              <a:rPr lang="en-US" sz="21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Saturday, April 18, 2026, 9:00 a.m. to 5:00 p.m.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12583" y="3735597"/>
            <a:ext cx="4350920" cy="12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18"/>
              </a:lnSpc>
              <a:spcBef>
                <a:spcPct val="0"/>
              </a:spcBef>
            </a:pPr>
            <a:r>
              <a:rPr lang="en-US" sz="6900">
                <a:solidFill>
                  <a:srgbClr val="343439"/>
                </a:solidFill>
                <a:latin typeface="Rogue"/>
                <a:ea typeface="Rogue"/>
                <a:cs typeface="Rogue"/>
                <a:sym typeface="Rogue"/>
              </a:rPr>
              <a:t>New MSU comp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908380" y="5278507"/>
            <a:ext cx="3767227" cy="3116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3390" indent="-226695" lvl="1">
              <a:lnSpc>
                <a:spcPts val="3108"/>
              </a:lnSpc>
              <a:buFont typeface="Arial"/>
              <a:buChar char="•"/>
            </a:pPr>
            <a:r>
              <a:rPr lang="en-US" sz="21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If similar to last year, small CTF competition </a:t>
            </a:r>
          </a:p>
          <a:p>
            <a:pPr algn="ctr" marL="453390" indent="-226695" lvl="1">
              <a:lnSpc>
                <a:spcPts val="3108"/>
              </a:lnSpc>
              <a:buFont typeface="Arial"/>
              <a:buChar char="•"/>
            </a:pPr>
            <a:r>
              <a:rPr lang="en-US" sz="21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Prep will be done once we learn more about it / content</a:t>
            </a:r>
          </a:p>
          <a:p>
            <a:pPr algn="ctr">
              <a:lnSpc>
                <a:spcPts val="3108"/>
              </a:lnSpc>
            </a:pPr>
          </a:p>
          <a:p>
            <a:pPr algn="ctr">
              <a:lnSpc>
                <a:spcPts val="3108"/>
              </a:lnSpc>
            </a:pPr>
            <a:r>
              <a:rPr lang="en-US" sz="21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March 26</a:t>
            </a:r>
            <a:r>
              <a:rPr lang="en-US" sz="21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th</a:t>
            </a:r>
            <a:r>
              <a:rPr lang="en-US" sz="21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 - 28</a:t>
            </a:r>
            <a:r>
              <a:rPr lang="en-US" sz="21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th</a:t>
            </a:r>
            <a:r>
              <a:rPr lang="en-US" sz="21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478" t="0" r="-1614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-986184" y="-6550034"/>
            <a:ext cx="20260368" cy="8682656"/>
            <a:chOff x="0" y="0"/>
            <a:chExt cx="27013823" cy="115768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956355" cy="11576875"/>
            </a:xfrm>
            <a:custGeom>
              <a:avLst/>
              <a:gdLst/>
              <a:ahLst/>
              <a:cxnLst/>
              <a:rect r="r" b="b" t="t" l="l"/>
              <a:pathLst>
                <a:path h="11576875" w="14956355">
                  <a:moveTo>
                    <a:pt x="0" y="0"/>
                  </a:moveTo>
                  <a:lnTo>
                    <a:pt x="14956355" y="0"/>
                  </a:lnTo>
                  <a:lnTo>
                    <a:pt x="14956355" y="11576875"/>
                  </a:lnTo>
                  <a:lnTo>
                    <a:pt x="0" y="11576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8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4030562" y="0"/>
              <a:ext cx="12983261" cy="11576875"/>
            </a:xfrm>
            <a:custGeom>
              <a:avLst/>
              <a:gdLst/>
              <a:ahLst/>
              <a:cxnLst/>
              <a:rect r="r" b="b" t="t" l="l"/>
              <a:pathLst>
                <a:path h="11576875" w="12983261">
                  <a:moveTo>
                    <a:pt x="0" y="0"/>
                  </a:moveTo>
                  <a:lnTo>
                    <a:pt x="12983261" y="0"/>
                  </a:lnTo>
                  <a:lnTo>
                    <a:pt x="12983261" y="11576875"/>
                  </a:lnTo>
                  <a:lnTo>
                    <a:pt x="0" y="11576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746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295160" y="3500960"/>
            <a:ext cx="4936917" cy="6319253"/>
            <a:chOff x="0" y="0"/>
            <a:chExt cx="6350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" cy="812800"/>
            </a:xfrm>
            <a:custGeom>
              <a:avLst/>
              <a:gdLst/>
              <a:ahLst/>
              <a:cxnLst/>
              <a:rect r="r" b="b" t="t" l="l"/>
              <a:pathLst>
                <a:path h="812800" w="6350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solidFill>
              <a:srgbClr val="F1F1F1"/>
            </a:solidFill>
            <a:ln w="38100" cap="sq">
              <a:solidFill>
                <a:srgbClr val="373737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35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341673" y="249680"/>
            <a:ext cx="9604654" cy="3230406"/>
            <a:chOff x="0" y="0"/>
            <a:chExt cx="12806205" cy="43072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404134" y="0"/>
              <a:ext cx="6402071" cy="4307208"/>
            </a:xfrm>
            <a:custGeom>
              <a:avLst/>
              <a:gdLst/>
              <a:ahLst/>
              <a:cxnLst/>
              <a:rect r="r" b="b" t="t" l="l"/>
              <a:pathLst>
                <a:path h="4307208" w="6402071">
                  <a:moveTo>
                    <a:pt x="0" y="0"/>
                  </a:moveTo>
                  <a:lnTo>
                    <a:pt x="6402071" y="0"/>
                  </a:lnTo>
                  <a:lnTo>
                    <a:pt x="6402071" y="4307208"/>
                  </a:lnTo>
                  <a:lnTo>
                    <a:pt x="0" y="4307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0502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1" id="11"/>
            <p:cNvSpPr/>
            <p:nvPr/>
          </p:nvSpPr>
          <p:spPr>
            <a:xfrm flipH="true" flipV="false" rot="0">
              <a:off x="0" y="0"/>
              <a:ext cx="6404134" cy="4307208"/>
            </a:xfrm>
            <a:custGeom>
              <a:avLst/>
              <a:gdLst/>
              <a:ahLst/>
              <a:cxnLst/>
              <a:rect r="r" b="b" t="t" l="l"/>
              <a:pathLst>
                <a:path h="4307208" w="6404134">
                  <a:moveTo>
                    <a:pt x="6404134" y="0"/>
                  </a:moveTo>
                  <a:lnTo>
                    <a:pt x="0" y="0"/>
                  </a:lnTo>
                  <a:lnTo>
                    <a:pt x="0" y="4307208"/>
                  </a:lnTo>
                  <a:lnTo>
                    <a:pt x="6404134" y="4307208"/>
                  </a:lnTo>
                  <a:lnTo>
                    <a:pt x="6404134" y="0"/>
                  </a:lnTo>
                  <a:close/>
                </a:path>
              </a:pathLst>
            </a:custGeom>
            <a:blipFill>
              <a:blip r:embed="rId4"/>
              <a:stretch>
                <a:fillRect l="-80444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648319" y="3568400"/>
            <a:ext cx="4936917" cy="6319253"/>
            <a:chOff x="0" y="0"/>
            <a:chExt cx="6350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" cy="812800"/>
            </a:xfrm>
            <a:custGeom>
              <a:avLst/>
              <a:gdLst/>
              <a:ahLst/>
              <a:cxnLst/>
              <a:rect r="r" b="b" t="t" l="l"/>
              <a:pathLst>
                <a:path h="812800" w="6350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solidFill>
              <a:srgbClr val="F1F1F1"/>
            </a:solidFill>
            <a:ln w="38100" cap="sq">
              <a:solidFill>
                <a:srgbClr val="373737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35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050552" y="343525"/>
            <a:ext cx="8186896" cy="2389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99"/>
              </a:lnSpc>
            </a:pPr>
            <a:r>
              <a:rPr lang="en-US" sz="9999">
                <a:solidFill>
                  <a:srgbClr val="343439"/>
                </a:solidFill>
                <a:latin typeface="Rogue"/>
                <a:ea typeface="Rogue"/>
                <a:cs typeface="Rogue"/>
                <a:sym typeface="Rogue"/>
              </a:rPr>
              <a:t>Competitions pt.2</a:t>
            </a:r>
          </a:p>
          <a:p>
            <a:pPr algn="ctr" marL="0" indent="0" lvl="0">
              <a:lnSpc>
                <a:spcPts val="12199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4036935" y="3965319"/>
            <a:ext cx="4196395" cy="12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18"/>
              </a:lnSpc>
              <a:spcBef>
                <a:spcPct val="0"/>
              </a:spcBef>
            </a:pPr>
            <a:r>
              <a:rPr lang="en-US" sz="6900">
                <a:solidFill>
                  <a:srgbClr val="343439"/>
                </a:solidFill>
                <a:latin typeface="Rogue"/>
                <a:ea typeface="Rogue"/>
                <a:cs typeface="Rogue"/>
                <a:sym typeface="Rogue"/>
              </a:rPr>
              <a:t>CTFtime.org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87583" y="3735597"/>
            <a:ext cx="4352072" cy="12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18"/>
              </a:lnSpc>
              <a:spcBef>
                <a:spcPct val="0"/>
              </a:spcBef>
            </a:pPr>
            <a:r>
              <a:rPr lang="en-US" sz="6900">
                <a:solidFill>
                  <a:srgbClr val="343439"/>
                </a:solidFill>
                <a:latin typeface="Rogue"/>
                <a:ea typeface="Rogue"/>
                <a:cs typeface="Rogue"/>
                <a:sym typeface="Rogue"/>
              </a:rPr>
              <a:t>CCDC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251520" y="5633718"/>
            <a:ext cx="3767227" cy="3116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8"/>
              </a:lnSpc>
            </a:pPr>
            <a:r>
              <a:rPr lang="en-US" sz="21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There is a competition every single weekend. </a:t>
            </a:r>
          </a:p>
          <a:p>
            <a:pPr algn="ctr">
              <a:lnSpc>
                <a:spcPts val="3108"/>
              </a:lnSpc>
            </a:pPr>
          </a:p>
          <a:p>
            <a:pPr algn="ctr">
              <a:lnSpc>
                <a:spcPts val="3108"/>
              </a:lnSpc>
            </a:pPr>
            <a:r>
              <a:rPr lang="en-US" sz="21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Great practice for those interested.</a:t>
            </a:r>
          </a:p>
          <a:p>
            <a:pPr algn="ctr">
              <a:lnSpc>
                <a:spcPts val="3108"/>
              </a:lnSpc>
            </a:pPr>
          </a:p>
          <a:p>
            <a:pPr algn="ctr" marL="0" indent="0" lvl="0">
              <a:lnSpc>
                <a:spcPts val="3108"/>
              </a:lnSpc>
            </a:pPr>
            <a:r>
              <a:rPr lang="en-US" sz="21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Sign up for those interested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87583" y="5076825"/>
            <a:ext cx="4394055" cy="350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8"/>
              </a:lnSpc>
            </a:pPr>
            <a:r>
              <a:rPr lang="en-US" sz="21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If you are interested in competing in CCDC next academic year, please reach out to me or the advisor: Dr. Liu</a:t>
            </a:r>
          </a:p>
          <a:p>
            <a:pPr algn="ctr">
              <a:lnSpc>
                <a:spcPts val="3108"/>
              </a:lnSpc>
            </a:pPr>
          </a:p>
          <a:p>
            <a:pPr algn="ctr">
              <a:lnSpc>
                <a:spcPts val="3108"/>
              </a:lnSpc>
            </a:pPr>
            <a:r>
              <a:rPr lang="en-US" sz="21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ZongxiLiu@missouristate.edu</a:t>
            </a:r>
          </a:p>
          <a:p>
            <a:pPr algn="ctr">
              <a:lnSpc>
                <a:spcPts val="3108"/>
              </a:lnSpc>
            </a:pPr>
            <a:r>
              <a:rPr lang="en-US" sz="21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to329s@missouristate.edu</a:t>
            </a:r>
          </a:p>
          <a:p>
            <a:pPr algn="ctr" marL="0" indent="0" lvl="0">
              <a:lnSpc>
                <a:spcPts val="3108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478" t="0" r="-1614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50547" y="516079"/>
            <a:ext cx="14186907" cy="9254843"/>
            <a:chOff x="0" y="0"/>
            <a:chExt cx="18915875" cy="12339791"/>
          </a:xfrm>
        </p:grpSpPr>
        <p:sp>
          <p:nvSpPr>
            <p:cNvPr name="Freeform 4" id="4"/>
            <p:cNvSpPr/>
            <p:nvPr/>
          </p:nvSpPr>
          <p:spPr>
            <a:xfrm flipH="false" flipV="false" rot="5464561">
              <a:off x="-1202329" y="1420356"/>
              <a:ext cx="12129849" cy="9499079"/>
            </a:xfrm>
            <a:custGeom>
              <a:avLst/>
              <a:gdLst/>
              <a:ahLst/>
              <a:cxnLst/>
              <a:rect r="r" b="b" t="t" l="l"/>
              <a:pathLst>
                <a:path h="9499079" w="12129849">
                  <a:moveTo>
                    <a:pt x="0" y="0"/>
                  </a:moveTo>
                  <a:lnTo>
                    <a:pt x="12129848" y="0"/>
                  </a:lnTo>
                  <a:lnTo>
                    <a:pt x="12129848" y="9499079"/>
                  </a:lnTo>
                  <a:lnTo>
                    <a:pt x="0" y="9499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2398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5" id="5"/>
            <p:cNvSpPr/>
            <p:nvPr/>
          </p:nvSpPr>
          <p:spPr>
            <a:xfrm flipH="false" flipV="true" rot="5322911">
              <a:off x="7966616" y="1420356"/>
              <a:ext cx="12129849" cy="9499079"/>
            </a:xfrm>
            <a:custGeom>
              <a:avLst/>
              <a:gdLst/>
              <a:ahLst/>
              <a:cxnLst/>
              <a:rect r="r" b="b" t="t" l="l"/>
              <a:pathLst>
                <a:path h="9499079" w="12129849">
                  <a:moveTo>
                    <a:pt x="0" y="9499079"/>
                  </a:moveTo>
                  <a:lnTo>
                    <a:pt x="12129849" y="9499079"/>
                  </a:lnTo>
                  <a:lnTo>
                    <a:pt x="12129849" y="0"/>
                  </a:lnTo>
                  <a:lnTo>
                    <a:pt x="0" y="0"/>
                  </a:lnTo>
                  <a:lnTo>
                    <a:pt x="0" y="9499079"/>
                  </a:lnTo>
                  <a:close/>
                </a:path>
              </a:pathLst>
            </a:custGeom>
            <a:blipFill>
              <a:blip r:embed="rId3"/>
              <a:stretch>
                <a:fillRect l="0" t="-102398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4218771" y="5200358"/>
            <a:ext cx="9850457" cy="967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60"/>
              </a:lnSpc>
            </a:pPr>
            <a:r>
              <a:rPr lang="en-US" sz="24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Group yourself in groups of 3 - 5 people! Raise your hand if you need a group!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95300" y="2176779"/>
            <a:ext cx="10297400" cy="1736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99"/>
              </a:lnSpc>
            </a:pPr>
            <a:r>
              <a:rPr lang="en-US" sz="9999">
                <a:solidFill>
                  <a:srgbClr val="343439"/>
                </a:solidFill>
                <a:latin typeface="Rogue"/>
                <a:ea typeface="Rogue"/>
                <a:cs typeface="Rogue"/>
                <a:sym typeface="Rogue"/>
              </a:rPr>
              <a:t>Groups time!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5218177">
            <a:off x="17608984" y="1549438"/>
            <a:ext cx="4519162" cy="7464082"/>
          </a:xfrm>
          <a:custGeom>
            <a:avLst/>
            <a:gdLst/>
            <a:ahLst/>
            <a:cxnLst/>
            <a:rect r="r" b="b" t="t" l="l"/>
            <a:pathLst>
              <a:path h="7464082" w="4519162">
                <a:moveTo>
                  <a:pt x="0" y="0"/>
                </a:moveTo>
                <a:lnTo>
                  <a:pt x="4519162" y="0"/>
                </a:lnTo>
                <a:lnTo>
                  <a:pt x="4519162" y="7464081"/>
                </a:lnTo>
                <a:lnTo>
                  <a:pt x="0" y="74640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5545696">
            <a:off x="-3722506" y="1587481"/>
            <a:ext cx="4519162" cy="7464082"/>
          </a:xfrm>
          <a:custGeom>
            <a:avLst/>
            <a:gdLst/>
            <a:ahLst/>
            <a:cxnLst/>
            <a:rect r="r" b="b" t="t" l="l"/>
            <a:pathLst>
              <a:path h="7464082" w="4519162">
                <a:moveTo>
                  <a:pt x="0" y="0"/>
                </a:moveTo>
                <a:lnTo>
                  <a:pt x="4519162" y="0"/>
                </a:lnTo>
                <a:lnTo>
                  <a:pt x="4519162" y="7464082"/>
                </a:lnTo>
                <a:lnTo>
                  <a:pt x="0" y="74640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478" t="0" r="-1614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-986184" y="-6550034"/>
            <a:ext cx="20260368" cy="8682656"/>
            <a:chOff x="0" y="0"/>
            <a:chExt cx="27013823" cy="115768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956355" cy="11576875"/>
            </a:xfrm>
            <a:custGeom>
              <a:avLst/>
              <a:gdLst/>
              <a:ahLst/>
              <a:cxnLst/>
              <a:rect r="r" b="b" t="t" l="l"/>
              <a:pathLst>
                <a:path h="11576875" w="14956355">
                  <a:moveTo>
                    <a:pt x="0" y="0"/>
                  </a:moveTo>
                  <a:lnTo>
                    <a:pt x="14956355" y="0"/>
                  </a:lnTo>
                  <a:lnTo>
                    <a:pt x="14956355" y="11576875"/>
                  </a:lnTo>
                  <a:lnTo>
                    <a:pt x="0" y="11576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8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4030562" y="0"/>
              <a:ext cx="12983261" cy="11576875"/>
            </a:xfrm>
            <a:custGeom>
              <a:avLst/>
              <a:gdLst/>
              <a:ahLst/>
              <a:cxnLst/>
              <a:rect r="r" b="b" t="t" l="l"/>
              <a:pathLst>
                <a:path h="11576875" w="12983261">
                  <a:moveTo>
                    <a:pt x="0" y="0"/>
                  </a:moveTo>
                  <a:lnTo>
                    <a:pt x="12983261" y="0"/>
                  </a:lnTo>
                  <a:lnTo>
                    <a:pt x="12983261" y="11576875"/>
                  </a:lnTo>
                  <a:lnTo>
                    <a:pt x="0" y="11576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746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675542" y="3500960"/>
            <a:ext cx="4936917" cy="6319253"/>
            <a:chOff x="0" y="0"/>
            <a:chExt cx="6350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" cy="812800"/>
            </a:xfrm>
            <a:custGeom>
              <a:avLst/>
              <a:gdLst/>
              <a:ahLst/>
              <a:cxnLst/>
              <a:rect r="r" b="b" t="t" l="l"/>
              <a:pathLst>
                <a:path h="812800" w="6350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solidFill>
              <a:srgbClr val="F1F1F1"/>
            </a:solidFill>
            <a:ln w="38100" cap="sq">
              <a:solidFill>
                <a:srgbClr val="373737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35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22383" y="3500960"/>
            <a:ext cx="4936917" cy="6319253"/>
            <a:chOff x="0" y="0"/>
            <a:chExt cx="6350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" cy="812800"/>
            </a:xfrm>
            <a:custGeom>
              <a:avLst/>
              <a:gdLst/>
              <a:ahLst/>
              <a:cxnLst/>
              <a:rect r="r" b="b" t="t" l="l"/>
              <a:pathLst>
                <a:path h="812800" w="6350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solidFill>
              <a:srgbClr val="F1F1F1"/>
            </a:solidFill>
            <a:ln w="38100" cap="sq">
              <a:solidFill>
                <a:srgbClr val="373737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35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341673" y="249680"/>
            <a:ext cx="9604654" cy="3230406"/>
            <a:chOff x="0" y="0"/>
            <a:chExt cx="12806205" cy="43072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404134" y="0"/>
              <a:ext cx="6402071" cy="4307208"/>
            </a:xfrm>
            <a:custGeom>
              <a:avLst/>
              <a:gdLst/>
              <a:ahLst/>
              <a:cxnLst/>
              <a:rect r="r" b="b" t="t" l="l"/>
              <a:pathLst>
                <a:path h="4307208" w="6402071">
                  <a:moveTo>
                    <a:pt x="0" y="0"/>
                  </a:moveTo>
                  <a:lnTo>
                    <a:pt x="6402071" y="0"/>
                  </a:lnTo>
                  <a:lnTo>
                    <a:pt x="6402071" y="4307208"/>
                  </a:lnTo>
                  <a:lnTo>
                    <a:pt x="0" y="4307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0502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4" id="14"/>
            <p:cNvSpPr/>
            <p:nvPr/>
          </p:nvSpPr>
          <p:spPr>
            <a:xfrm flipH="true" flipV="false" rot="0">
              <a:off x="0" y="0"/>
              <a:ext cx="6404134" cy="4307208"/>
            </a:xfrm>
            <a:custGeom>
              <a:avLst/>
              <a:gdLst/>
              <a:ahLst/>
              <a:cxnLst/>
              <a:rect r="r" b="b" t="t" l="l"/>
              <a:pathLst>
                <a:path h="4307208" w="6404134">
                  <a:moveTo>
                    <a:pt x="6404134" y="0"/>
                  </a:moveTo>
                  <a:lnTo>
                    <a:pt x="0" y="0"/>
                  </a:lnTo>
                  <a:lnTo>
                    <a:pt x="0" y="4307208"/>
                  </a:lnTo>
                  <a:lnTo>
                    <a:pt x="6404134" y="4307208"/>
                  </a:lnTo>
                  <a:lnTo>
                    <a:pt x="6404134" y="0"/>
                  </a:lnTo>
                  <a:close/>
                </a:path>
              </a:pathLst>
            </a:custGeom>
            <a:blipFill>
              <a:blip r:embed="rId4"/>
              <a:stretch>
                <a:fillRect l="-80444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95375" y="3568400"/>
            <a:ext cx="4936917" cy="6319253"/>
            <a:chOff x="0" y="0"/>
            <a:chExt cx="6350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" cy="812800"/>
            </a:xfrm>
            <a:custGeom>
              <a:avLst/>
              <a:gdLst/>
              <a:ahLst/>
              <a:cxnLst/>
              <a:rect r="r" b="b" t="t" l="l"/>
              <a:pathLst>
                <a:path h="812800" w="6350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solidFill>
              <a:srgbClr val="F1F1F1"/>
            </a:solidFill>
            <a:ln w="38100" cap="sq">
              <a:solidFill>
                <a:srgbClr val="373737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35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12393" y="4284625"/>
            <a:ext cx="3767227" cy="4533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</a:p>
          <a:p>
            <a:pPr algn="ctr" marL="453390" indent="-226695" lvl="1">
              <a:lnSpc>
                <a:spcPts val="310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Name / Year</a:t>
            </a:r>
          </a:p>
          <a:p>
            <a:pPr algn="ctr">
              <a:lnSpc>
                <a:spcPts val="3108"/>
              </a:lnSpc>
            </a:pPr>
            <a:r>
              <a:rPr lang="en-US" sz="2100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</a:p>
          <a:p>
            <a:pPr algn="ctr" marL="453390" indent="-226695" lvl="1">
              <a:lnSpc>
                <a:spcPts val="3108"/>
              </a:lnSpc>
              <a:buFont typeface="Arial"/>
              <a:buChar char="•"/>
            </a:pPr>
            <a:r>
              <a:rPr lang="en-US" sz="21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If you were to choose an area of focus in cyber what would it be?</a:t>
            </a:r>
          </a:p>
          <a:p>
            <a:pPr algn="ctr">
              <a:lnSpc>
                <a:spcPts val="3108"/>
              </a:lnSpc>
            </a:pPr>
          </a:p>
          <a:p>
            <a:pPr algn="ctr" marL="453390" indent="-226695" lvl="1">
              <a:lnSpc>
                <a:spcPts val="3108"/>
              </a:lnSpc>
              <a:buFont typeface="Arial"/>
              <a:buChar char="•"/>
            </a:pPr>
            <a:r>
              <a:rPr lang="en-US" sz="21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What originally got you interested in IT/cyber?</a:t>
            </a:r>
          </a:p>
          <a:p>
            <a:pPr algn="ctr" marL="0" indent="0" lvl="0">
              <a:lnSpc>
                <a:spcPts val="3108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6570345" y="737066"/>
            <a:ext cx="5147310" cy="1995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199"/>
              </a:lnSpc>
              <a:spcBef>
                <a:spcPct val="0"/>
              </a:spcBef>
            </a:pPr>
            <a:r>
              <a:rPr lang="en-US" sz="9999">
                <a:solidFill>
                  <a:srgbClr val="343439"/>
                </a:solidFill>
                <a:latin typeface="Rogue"/>
                <a:ea typeface="Rogue"/>
                <a:cs typeface="Rogue"/>
                <a:sym typeface="Rogue"/>
              </a:rPr>
              <a:t>Networking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260387" y="4134057"/>
            <a:ext cx="3767227" cy="272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3390" indent="-226695" lvl="1">
              <a:lnSpc>
                <a:spcPts val="3108"/>
              </a:lnSpc>
              <a:buFont typeface="Arial"/>
              <a:buChar char="•"/>
            </a:pPr>
            <a:r>
              <a:rPr lang="en-US" sz="21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What’s something you want to work on but haven’t yet?</a:t>
            </a:r>
          </a:p>
          <a:p>
            <a:pPr algn="ctr">
              <a:lnSpc>
                <a:spcPts val="3108"/>
              </a:lnSpc>
            </a:pPr>
          </a:p>
          <a:p>
            <a:pPr algn="ctr" marL="453390" indent="-226695" lvl="1">
              <a:lnSpc>
                <a:spcPts val="3108"/>
              </a:lnSpc>
              <a:buFont typeface="Arial"/>
              <a:buChar char="•"/>
            </a:pPr>
            <a:r>
              <a:rPr lang="en-US" sz="21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What’s a project or class you actually enjoyed?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08380" y="4134057"/>
            <a:ext cx="3767227" cy="272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3390" indent="-226695" lvl="1">
              <a:lnSpc>
                <a:spcPts val="3108"/>
              </a:lnSpc>
              <a:buFont typeface="Arial"/>
              <a:buChar char="•"/>
            </a:pPr>
            <a:r>
              <a:rPr lang="en-US" sz="21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What’s a skill you’d love to pick up this semester?</a:t>
            </a:r>
          </a:p>
          <a:p>
            <a:pPr algn="ctr" marL="453390" indent="-226695" lvl="1">
              <a:lnSpc>
                <a:spcPts val="3108"/>
              </a:lnSpc>
              <a:buFont typeface="Arial"/>
              <a:buChar char="•"/>
            </a:pPr>
            <a:r>
              <a:rPr lang="en-US" sz="21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Share your linked-in/other contact information (if you wish)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478" t="0" r="-1614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83563">
            <a:off x="7543332" y="847474"/>
            <a:ext cx="16544296" cy="8687847"/>
            <a:chOff x="0" y="0"/>
            <a:chExt cx="22059061" cy="11583797"/>
          </a:xfrm>
        </p:grpSpPr>
        <p:sp>
          <p:nvSpPr>
            <p:cNvPr name="Freeform 4" id="4"/>
            <p:cNvSpPr/>
            <p:nvPr/>
          </p:nvSpPr>
          <p:spPr>
            <a:xfrm flipH="false" flipV="false" rot="-5400000">
              <a:off x="10373258" y="-102007"/>
              <a:ext cx="11583797" cy="11787810"/>
            </a:xfrm>
            <a:custGeom>
              <a:avLst/>
              <a:gdLst/>
              <a:ahLst/>
              <a:cxnLst/>
              <a:rect r="r" b="b" t="t" l="l"/>
              <a:pathLst>
                <a:path h="11787810" w="11583797">
                  <a:moveTo>
                    <a:pt x="0" y="0"/>
                  </a:moveTo>
                  <a:lnTo>
                    <a:pt x="11583796" y="0"/>
                  </a:lnTo>
                  <a:lnTo>
                    <a:pt x="11583796" y="11787810"/>
                  </a:lnTo>
                  <a:lnTo>
                    <a:pt x="0" y="117878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232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5" id="5"/>
            <p:cNvSpPr/>
            <p:nvPr/>
          </p:nvSpPr>
          <p:spPr>
            <a:xfrm flipH="false" flipV="true" rot="-5400000">
              <a:off x="-327535" y="327535"/>
              <a:ext cx="11583797" cy="10928726"/>
            </a:xfrm>
            <a:custGeom>
              <a:avLst/>
              <a:gdLst/>
              <a:ahLst/>
              <a:cxnLst/>
              <a:rect r="r" b="b" t="t" l="l"/>
              <a:pathLst>
                <a:path h="10928726" w="11583797">
                  <a:moveTo>
                    <a:pt x="0" y="10928726"/>
                  </a:moveTo>
                  <a:lnTo>
                    <a:pt x="11583796" y="10928726"/>
                  </a:lnTo>
                  <a:lnTo>
                    <a:pt x="11583796" y="0"/>
                  </a:lnTo>
                  <a:lnTo>
                    <a:pt x="0" y="0"/>
                  </a:lnTo>
                  <a:lnTo>
                    <a:pt x="0" y="10928726"/>
                  </a:lnTo>
                  <a:close/>
                </a:path>
              </a:pathLst>
            </a:custGeom>
            <a:blipFill>
              <a:blip r:embed="rId3"/>
              <a:stretch>
                <a:fillRect l="0" t="-25369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187261">
            <a:off x="472893" y="1575217"/>
            <a:ext cx="7039022" cy="7136567"/>
            <a:chOff x="0" y="0"/>
            <a:chExt cx="9385363" cy="9515422"/>
          </a:xfrm>
        </p:grpSpPr>
        <p:sp>
          <p:nvSpPr>
            <p:cNvPr name="Freeform 7" id="7"/>
            <p:cNvSpPr/>
            <p:nvPr/>
          </p:nvSpPr>
          <p:spPr>
            <a:xfrm flipH="false" flipV="false" rot="-5710010">
              <a:off x="305751" y="442566"/>
              <a:ext cx="8773862" cy="8630290"/>
            </a:xfrm>
            <a:custGeom>
              <a:avLst/>
              <a:gdLst/>
              <a:ahLst/>
              <a:cxnLst/>
              <a:rect r="r" b="b" t="t" l="l"/>
              <a:pathLst>
                <a:path h="8630290" w="8773862">
                  <a:moveTo>
                    <a:pt x="0" y="0"/>
                  </a:moveTo>
                  <a:lnTo>
                    <a:pt x="8773862" y="0"/>
                  </a:lnTo>
                  <a:lnTo>
                    <a:pt x="8773862" y="8630290"/>
                  </a:lnTo>
                  <a:lnTo>
                    <a:pt x="0" y="86302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8" id="8"/>
            <p:cNvGrpSpPr/>
            <p:nvPr/>
          </p:nvGrpSpPr>
          <p:grpSpPr>
            <a:xfrm rot="-218294">
              <a:off x="1250048" y="1268979"/>
              <a:ext cx="6881243" cy="7331462"/>
              <a:chOff x="0" y="0"/>
              <a:chExt cx="1166413" cy="124272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-926" y="-1335"/>
                <a:ext cx="1166754" cy="1240925"/>
              </a:xfrm>
              <a:custGeom>
                <a:avLst/>
                <a:gdLst/>
                <a:ahLst/>
                <a:cxnLst/>
                <a:rect r="r" b="b" t="t" l="l"/>
                <a:pathLst>
                  <a:path h="1240925" w="1166754">
                    <a:moveTo>
                      <a:pt x="1166715" y="1098136"/>
                    </a:moveTo>
                    <a:cubicBezTo>
                      <a:pt x="1166091" y="788239"/>
                      <a:pt x="1158606" y="369289"/>
                      <a:pt x="1158606" y="60176"/>
                    </a:cubicBezTo>
                    <a:cubicBezTo>
                      <a:pt x="1158606" y="55469"/>
                      <a:pt x="1159230" y="50762"/>
                      <a:pt x="1159230" y="46839"/>
                    </a:cubicBezTo>
                    <a:cubicBezTo>
                      <a:pt x="1158606" y="46054"/>
                      <a:pt x="1157983" y="46054"/>
                      <a:pt x="1157359" y="45270"/>
                    </a:cubicBezTo>
                    <a:cubicBezTo>
                      <a:pt x="1157359" y="45270"/>
                      <a:pt x="1156735" y="46054"/>
                      <a:pt x="1156735" y="46839"/>
                    </a:cubicBezTo>
                    <a:cubicBezTo>
                      <a:pt x="1155488" y="50762"/>
                      <a:pt x="1152993" y="50762"/>
                      <a:pt x="1150498" y="50762"/>
                    </a:cubicBezTo>
                    <a:cubicBezTo>
                      <a:pt x="1147379" y="49977"/>
                      <a:pt x="1144260" y="46054"/>
                      <a:pt x="1140518" y="47623"/>
                    </a:cubicBezTo>
                    <a:cubicBezTo>
                      <a:pt x="1139270" y="48408"/>
                      <a:pt x="1136775" y="46839"/>
                      <a:pt x="1136151" y="45270"/>
                    </a:cubicBezTo>
                    <a:cubicBezTo>
                      <a:pt x="1134280" y="42132"/>
                      <a:pt x="1131785" y="42132"/>
                      <a:pt x="1129290" y="43701"/>
                    </a:cubicBezTo>
                    <a:cubicBezTo>
                      <a:pt x="1128043" y="44485"/>
                      <a:pt x="1126795" y="43701"/>
                      <a:pt x="1125548" y="43701"/>
                    </a:cubicBezTo>
                    <a:cubicBezTo>
                      <a:pt x="1123676" y="43701"/>
                      <a:pt x="1121181" y="42916"/>
                      <a:pt x="1119310" y="42132"/>
                    </a:cubicBezTo>
                    <a:cubicBezTo>
                      <a:pt x="1118686" y="42132"/>
                      <a:pt x="1117439" y="41347"/>
                      <a:pt x="1116815" y="41347"/>
                    </a:cubicBezTo>
                    <a:cubicBezTo>
                      <a:pt x="1114944" y="40563"/>
                      <a:pt x="1113073" y="38209"/>
                      <a:pt x="1111201" y="41347"/>
                    </a:cubicBezTo>
                    <a:cubicBezTo>
                      <a:pt x="1111201" y="41347"/>
                      <a:pt x="1109954" y="41347"/>
                      <a:pt x="1109330" y="40563"/>
                    </a:cubicBezTo>
                    <a:cubicBezTo>
                      <a:pt x="1108706" y="38993"/>
                      <a:pt x="1108083" y="36640"/>
                      <a:pt x="1107459" y="35071"/>
                    </a:cubicBezTo>
                    <a:cubicBezTo>
                      <a:pt x="1106211" y="32717"/>
                      <a:pt x="1106211" y="28794"/>
                      <a:pt x="1104340" y="27225"/>
                    </a:cubicBezTo>
                    <a:cubicBezTo>
                      <a:pt x="1103093" y="26441"/>
                      <a:pt x="1102469" y="25656"/>
                      <a:pt x="1101845" y="24087"/>
                    </a:cubicBezTo>
                    <a:cubicBezTo>
                      <a:pt x="1101845" y="23302"/>
                      <a:pt x="1100598" y="22518"/>
                      <a:pt x="1100598" y="21733"/>
                    </a:cubicBezTo>
                    <a:lnTo>
                      <a:pt x="1098726" y="19380"/>
                    </a:lnTo>
                    <a:cubicBezTo>
                      <a:pt x="1098103" y="17811"/>
                      <a:pt x="1097479" y="15457"/>
                      <a:pt x="1096231" y="14672"/>
                    </a:cubicBezTo>
                    <a:cubicBezTo>
                      <a:pt x="1093736" y="12319"/>
                      <a:pt x="1093113" y="9181"/>
                      <a:pt x="1094360" y="5258"/>
                    </a:cubicBezTo>
                    <a:cubicBezTo>
                      <a:pt x="1092489" y="4473"/>
                      <a:pt x="1091241" y="2904"/>
                      <a:pt x="1089370" y="2904"/>
                    </a:cubicBezTo>
                    <a:cubicBezTo>
                      <a:pt x="1081885" y="3689"/>
                      <a:pt x="1073776" y="5258"/>
                      <a:pt x="1066291" y="6042"/>
                    </a:cubicBezTo>
                    <a:cubicBezTo>
                      <a:pt x="1065044" y="6042"/>
                      <a:pt x="1063172" y="6827"/>
                      <a:pt x="1062549" y="7611"/>
                    </a:cubicBezTo>
                    <a:cubicBezTo>
                      <a:pt x="1057559" y="11534"/>
                      <a:pt x="1052569" y="8396"/>
                      <a:pt x="1047579" y="7611"/>
                    </a:cubicBezTo>
                    <a:cubicBezTo>
                      <a:pt x="1043836" y="7611"/>
                      <a:pt x="1040094" y="5258"/>
                      <a:pt x="1036351" y="4473"/>
                    </a:cubicBezTo>
                    <a:cubicBezTo>
                      <a:pt x="1031985" y="3689"/>
                      <a:pt x="1028243" y="4473"/>
                      <a:pt x="1023876" y="3689"/>
                    </a:cubicBezTo>
                    <a:cubicBezTo>
                      <a:pt x="1023253" y="3689"/>
                      <a:pt x="1022629" y="2904"/>
                      <a:pt x="1022005" y="2120"/>
                    </a:cubicBezTo>
                    <a:cubicBezTo>
                      <a:pt x="1020758" y="-1205"/>
                      <a:pt x="1018263" y="65"/>
                      <a:pt x="1017015" y="1335"/>
                    </a:cubicBezTo>
                    <a:cubicBezTo>
                      <a:pt x="1015144" y="2904"/>
                      <a:pt x="1014520" y="5258"/>
                      <a:pt x="1013273" y="7611"/>
                    </a:cubicBezTo>
                    <a:cubicBezTo>
                      <a:pt x="1010154" y="8396"/>
                      <a:pt x="1005788" y="9181"/>
                      <a:pt x="1002669" y="11534"/>
                    </a:cubicBezTo>
                    <a:cubicBezTo>
                      <a:pt x="1000174" y="13103"/>
                      <a:pt x="998926" y="13888"/>
                      <a:pt x="997055" y="12319"/>
                    </a:cubicBezTo>
                    <a:lnTo>
                      <a:pt x="996431" y="13103"/>
                    </a:lnTo>
                    <a:cubicBezTo>
                      <a:pt x="997679" y="14672"/>
                      <a:pt x="998303" y="17026"/>
                      <a:pt x="999550" y="18595"/>
                    </a:cubicBezTo>
                    <a:cubicBezTo>
                      <a:pt x="997679" y="19380"/>
                      <a:pt x="995184" y="20949"/>
                      <a:pt x="993936" y="20164"/>
                    </a:cubicBezTo>
                    <a:cubicBezTo>
                      <a:pt x="990818" y="19380"/>
                      <a:pt x="989570" y="20949"/>
                      <a:pt x="987075" y="22518"/>
                    </a:cubicBezTo>
                    <a:cubicBezTo>
                      <a:pt x="984580" y="24872"/>
                      <a:pt x="981461" y="26441"/>
                      <a:pt x="978966" y="28010"/>
                    </a:cubicBezTo>
                    <a:cubicBezTo>
                      <a:pt x="978343" y="28010"/>
                      <a:pt x="977719" y="28010"/>
                      <a:pt x="977095" y="27225"/>
                    </a:cubicBezTo>
                    <a:cubicBezTo>
                      <a:pt x="976471" y="27225"/>
                      <a:pt x="975847" y="26441"/>
                      <a:pt x="975847" y="26441"/>
                    </a:cubicBezTo>
                    <a:cubicBezTo>
                      <a:pt x="972729" y="28010"/>
                      <a:pt x="969610" y="29579"/>
                      <a:pt x="966491" y="28010"/>
                    </a:cubicBezTo>
                    <a:cubicBezTo>
                      <a:pt x="965868" y="28010"/>
                      <a:pt x="965868" y="28794"/>
                      <a:pt x="965244" y="28794"/>
                    </a:cubicBezTo>
                    <a:cubicBezTo>
                      <a:pt x="961501" y="30363"/>
                      <a:pt x="959006" y="35855"/>
                      <a:pt x="954016" y="35855"/>
                    </a:cubicBezTo>
                    <a:cubicBezTo>
                      <a:pt x="950274" y="35855"/>
                      <a:pt x="946531" y="39778"/>
                      <a:pt x="942789" y="39778"/>
                    </a:cubicBezTo>
                    <a:cubicBezTo>
                      <a:pt x="938422" y="40563"/>
                      <a:pt x="934680" y="42132"/>
                      <a:pt x="930937" y="44485"/>
                    </a:cubicBezTo>
                    <a:cubicBezTo>
                      <a:pt x="929690" y="45270"/>
                      <a:pt x="928443" y="45270"/>
                      <a:pt x="927819" y="45270"/>
                    </a:cubicBezTo>
                    <a:cubicBezTo>
                      <a:pt x="924700" y="43701"/>
                      <a:pt x="922829" y="46054"/>
                      <a:pt x="921581" y="48408"/>
                    </a:cubicBezTo>
                    <a:cubicBezTo>
                      <a:pt x="918463" y="53900"/>
                      <a:pt x="913472" y="55469"/>
                      <a:pt x="909106" y="57038"/>
                    </a:cubicBezTo>
                    <a:cubicBezTo>
                      <a:pt x="903493" y="58607"/>
                      <a:pt x="897879" y="59392"/>
                      <a:pt x="892265" y="60176"/>
                    </a:cubicBezTo>
                    <a:cubicBezTo>
                      <a:pt x="891641" y="60176"/>
                      <a:pt x="891018" y="62530"/>
                      <a:pt x="889770" y="63314"/>
                    </a:cubicBezTo>
                    <a:cubicBezTo>
                      <a:pt x="889146" y="63314"/>
                      <a:pt x="888523" y="62530"/>
                      <a:pt x="888523" y="62530"/>
                    </a:cubicBezTo>
                    <a:cubicBezTo>
                      <a:pt x="885404" y="67237"/>
                      <a:pt x="883532" y="74298"/>
                      <a:pt x="877295" y="73514"/>
                    </a:cubicBezTo>
                    <a:lnTo>
                      <a:pt x="876671" y="73514"/>
                    </a:lnTo>
                    <a:cubicBezTo>
                      <a:pt x="871681" y="77436"/>
                      <a:pt x="866691" y="75867"/>
                      <a:pt x="862325" y="74298"/>
                    </a:cubicBezTo>
                    <a:cubicBezTo>
                      <a:pt x="861077" y="74298"/>
                      <a:pt x="859206" y="72729"/>
                      <a:pt x="858583" y="71160"/>
                    </a:cubicBezTo>
                    <a:cubicBezTo>
                      <a:pt x="856711" y="66453"/>
                      <a:pt x="851721" y="64884"/>
                      <a:pt x="847979" y="66453"/>
                    </a:cubicBezTo>
                    <a:cubicBezTo>
                      <a:pt x="844860" y="68022"/>
                      <a:pt x="841741" y="68806"/>
                      <a:pt x="838622" y="70375"/>
                    </a:cubicBezTo>
                    <a:cubicBezTo>
                      <a:pt x="833633" y="71945"/>
                      <a:pt x="829266" y="72729"/>
                      <a:pt x="824276" y="69591"/>
                    </a:cubicBezTo>
                    <a:cubicBezTo>
                      <a:pt x="819286" y="66453"/>
                      <a:pt x="815544" y="68806"/>
                      <a:pt x="813049" y="75867"/>
                    </a:cubicBezTo>
                    <a:cubicBezTo>
                      <a:pt x="811177" y="80575"/>
                      <a:pt x="806187" y="81359"/>
                      <a:pt x="803069" y="77436"/>
                    </a:cubicBezTo>
                    <a:cubicBezTo>
                      <a:pt x="801197" y="75083"/>
                      <a:pt x="799950" y="75867"/>
                      <a:pt x="798079" y="77436"/>
                    </a:cubicBezTo>
                    <a:lnTo>
                      <a:pt x="794336" y="82144"/>
                    </a:lnTo>
                    <a:cubicBezTo>
                      <a:pt x="793712" y="82928"/>
                      <a:pt x="792465" y="82928"/>
                      <a:pt x="791841" y="82928"/>
                    </a:cubicBezTo>
                    <a:lnTo>
                      <a:pt x="788099" y="82928"/>
                    </a:lnTo>
                    <a:cubicBezTo>
                      <a:pt x="785604" y="82928"/>
                      <a:pt x="783109" y="82144"/>
                      <a:pt x="780614" y="81359"/>
                    </a:cubicBezTo>
                    <a:cubicBezTo>
                      <a:pt x="777495" y="80575"/>
                      <a:pt x="775000" y="78221"/>
                      <a:pt x="771881" y="77436"/>
                    </a:cubicBezTo>
                    <a:cubicBezTo>
                      <a:pt x="766891" y="76652"/>
                      <a:pt x="765644" y="71160"/>
                      <a:pt x="763772" y="67237"/>
                    </a:cubicBezTo>
                    <a:cubicBezTo>
                      <a:pt x="762525" y="64884"/>
                      <a:pt x="760030" y="61745"/>
                      <a:pt x="757535" y="62530"/>
                    </a:cubicBezTo>
                    <a:cubicBezTo>
                      <a:pt x="755040" y="64099"/>
                      <a:pt x="752545" y="62530"/>
                      <a:pt x="750674" y="61745"/>
                    </a:cubicBezTo>
                    <a:cubicBezTo>
                      <a:pt x="750050" y="61745"/>
                      <a:pt x="748802" y="60961"/>
                      <a:pt x="748179" y="60961"/>
                    </a:cubicBezTo>
                    <a:cubicBezTo>
                      <a:pt x="743812" y="59392"/>
                      <a:pt x="740694" y="62530"/>
                      <a:pt x="737575" y="66453"/>
                    </a:cubicBezTo>
                    <a:lnTo>
                      <a:pt x="735080" y="69591"/>
                    </a:lnTo>
                    <a:cubicBezTo>
                      <a:pt x="734456" y="70375"/>
                      <a:pt x="734456" y="71945"/>
                      <a:pt x="733832" y="72729"/>
                    </a:cubicBezTo>
                    <a:cubicBezTo>
                      <a:pt x="730090" y="76652"/>
                      <a:pt x="726347" y="75083"/>
                      <a:pt x="721981" y="72729"/>
                    </a:cubicBezTo>
                    <a:cubicBezTo>
                      <a:pt x="718239" y="70375"/>
                      <a:pt x="713872" y="72729"/>
                      <a:pt x="712625" y="77436"/>
                    </a:cubicBezTo>
                    <a:cubicBezTo>
                      <a:pt x="712001" y="80575"/>
                      <a:pt x="711377" y="82928"/>
                      <a:pt x="708259" y="84497"/>
                    </a:cubicBezTo>
                    <a:cubicBezTo>
                      <a:pt x="705140" y="86851"/>
                      <a:pt x="701397" y="88420"/>
                      <a:pt x="700774" y="93912"/>
                    </a:cubicBezTo>
                    <a:cubicBezTo>
                      <a:pt x="700774" y="94696"/>
                      <a:pt x="700150" y="95481"/>
                      <a:pt x="699526" y="95481"/>
                    </a:cubicBezTo>
                    <a:cubicBezTo>
                      <a:pt x="697655" y="96266"/>
                      <a:pt x="696407" y="97050"/>
                      <a:pt x="694536" y="97835"/>
                    </a:cubicBezTo>
                    <a:lnTo>
                      <a:pt x="688922" y="97835"/>
                    </a:lnTo>
                    <a:cubicBezTo>
                      <a:pt x="685180" y="97050"/>
                      <a:pt x="681437" y="95481"/>
                      <a:pt x="677695" y="94696"/>
                    </a:cubicBezTo>
                    <a:cubicBezTo>
                      <a:pt x="673329" y="93912"/>
                      <a:pt x="669586" y="97050"/>
                      <a:pt x="665220" y="97835"/>
                    </a:cubicBezTo>
                    <a:lnTo>
                      <a:pt x="664596" y="98619"/>
                    </a:lnTo>
                    <a:cubicBezTo>
                      <a:pt x="663349" y="100973"/>
                      <a:pt x="661477" y="100188"/>
                      <a:pt x="660230" y="98619"/>
                    </a:cubicBezTo>
                    <a:cubicBezTo>
                      <a:pt x="657735" y="95481"/>
                      <a:pt x="653369" y="94696"/>
                      <a:pt x="650250" y="96266"/>
                    </a:cubicBezTo>
                    <a:cubicBezTo>
                      <a:pt x="646507" y="98619"/>
                      <a:pt x="642765" y="100188"/>
                      <a:pt x="639022" y="101757"/>
                    </a:cubicBezTo>
                    <a:cubicBezTo>
                      <a:pt x="637775" y="101757"/>
                      <a:pt x="636527" y="100973"/>
                      <a:pt x="635904" y="100973"/>
                    </a:cubicBezTo>
                    <a:cubicBezTo>
                      <a:pt x="634656" y="100973"/>
                      <a:pt x="632785" y="100188"/>
                      <a:pt x="632161" y="100973"/>
                    </a:cubicBezTo>
                    <a:cubicBezTo>
                      <a:pt x="627171" y="105680"/>
                      <a:pt x="622181" y="104111"/>
                      <a:pt x="617815" y="100973"/>
                    </a:cubicBezTo>
                    <a:cubicBezTo>
                      <a:pt x="615320" y="99404"/>
                      <a:pt x="611577" y="97835"/>
                      <a:pt x="610330" y="93127"/>
                    </a:cubicBezTo>
                    <a:cubicBezTo>
                      <a:pt x="609706" y="89989"/>
                      <a:pt x="607211" y="86851"/>
                      <a:pt x="605340" y="84497"/>
                    </a:cubicBezTo>
                    <a:cubicBezTo>
                      <a:pt x="602221" y="80575"/>
                      <a:pt x="599102" y="75083"/>
                      <a:pt x="593489" y="75083"/>
                    </a:cubicBezTo>
                    <a:cubicBezTo>
                      <a:pt x="592241" y="75083"/>
                      <a:pt x="590994" y="71945"/>
                      <a:pt x="590370" y="72729"/>
                    </a:cubicBezTo>
                    <a:cubicBezTo>
                      <a:pt x="587875" y="73514"/>
                      <a:pt x="587875" y="71945"/>
                      <a:pt x="586627" y="70375"/>
                    </a:cubicBezTo>
                    <a:cubicBezTo>
                      <a:pt x="585380" y="68806"/>
                      <a:pt x="583509" y="67237"/>
                      <a:pt x="582261" y="64884"/>
                    </a:cubicBezTo>
                    <a:cubicBezTo>
                      <a:pt x="580390" y="61745"/>
                      <a:pt x="578519" y="57823"/>
                      <a:pt x="576647" y="54684"/>
                    </a:cubicBezTo>
                    <a:cubicBezTo>
                      <a:pt x="574776" y="51546"/>
                      <a:pt x="573529" y="47623"/>
                      <a:pt x="571657" y="44485"/>
                    </a:cubicBezTo>
                    <a:cubicBezTo>
                      <a:pt x="571034" y="43701"/>
                      <a:pt x="569162" y="42916"/>
                      <a:pt x="568539" y="43701"/>
                    </a:cubicBezTo>
                    <a:lnTo>
                      <a:pt x="561054" y="48408"/>
                    </a:lnTo>
                    <a:cubicBezTo>
                      <a:pt x="559806" y="49193"/>
                      <a:pt x="559182" y="50762"/>
                      <a:pt x="558559" y="52331"/>
                    </a:cubicBezTo>
                    <a:lnTo>
                      <a:pt x="557935" y="51546"/>
                    </a:lnTo>
                    <a:cubicBezTo>
                      <a:pt x="558559" y="49193"/>
                      <a:pt x="559182" y="46839"/>
                      <a:pt x="559806" y="46054"/>
                    </a:cubicBezTo>
                    <a:lnTo>
                      <a:pt x="552321" y="43701"/>
                    </a:lnTo>
                    <a:cubicBezTo>
                      <a:pt x="550450" y="42916"/>
                      <a:pt x="547331" y="42916"/>
                      <a:pt x="546084" y="42916"/>
                    </a:cubicBezTo>
                    <a:lnTo>
                      <a:pt x="536104" y="42916"/>
                    </a:lnTo>
                    <a:cubicBezTo>
                      <a:pt x="532361" y="42916"/>
                      <a:pt x="529242" y="42132"/>
                      <a:pt x="525500" y="42916"/>
                    </a:cubicBezTo>
                    <a:cubicBezTo>
                      <a:pt x="523005" y="43701"/>
                      <a:pt x="521134" y="42132"/>
                      <a:pt x="519262" y="40563"/>
                    </a:cubicBezTo>
                    <a:cubicBezTo>
                      <a:pt x="514272" y="35855"/>
                      <a:pt x="509282" y="30363"/>
                      <a:pt x="502421" y="32717"/>
                    </a:cubicBezTo>
                    <a:cubicBezTo>
                      <a:pt x="501797" y="32717"/>
                      <a:pt x="500550" y="31932"/>
                      <a:pt x="499926" y="31148"/>
                    </a:cubicBezTo>
                    <a:cubicBezTo>
                      <a:pt x="498055" y="30363"/>
                      <a:pt x="496807" y="28794"/>
                      <a:pt x="494312" y="27225"/>
                    </a:cubicBezTo>
                    <a:cubicBezTo>
                      <a:pt x="494312" y="29579"/>
                      <a:pt x="494312" y="30363"/>
                      <a:pt x="494936" y="31932"/>
                    </a:cubicBezTo>
                    <a:cubicBezTo>
                      <a:pt x="493689" y="33502"/>
                      <a:pt x="493065" y="32717"/>
                      <a:pt x="492441" y="31932"/>
                    </a:cubicBezTo>
                    <a:cubicBezTo>
                      <a:pt x="491817" y="32717"/>
                      <a:pt x="491194" y="34286"/>
                      <a:pt x="490570" y="34286"/>
                    </a:cubicBezTo>
                    <a:cubicBezTo>
                      <a:pt x="487451" y="35855"/>
                      <a:pt x="484332" y="36640"/>
                      <a:pt x="481214" y="38209"/>
                    </a:cubicBezTo>
                    <a:cubicBezTo>
                      <a:pt x="479966" y="38993"/>
                      <a:pt x="478719" y="39778"/>
                      <a:pt x="478095" y="40563"/>
                    </a:cubicBezTo>
                    <a:cubicBezTo>
                      <a:pt x="475600" y="42916"/>
                      <a:pt x="473729" y="46839"/>
                      <a:pt x="469362" y="46054"/>
                    </a:cubicBezTo>
                    <a:cubicBezTo>
                      <a:pt x="468739" y="46054"/>
                      <a:pt x="467491" y="47623"/>
                      <a:pt x="466244" y="47623"/>
                    </a:cubicBezTo>
                    <a:cubicBezTo>
                      <a:pt x="464996" y="48408"/>
                      <a:pt x="463125" y="48408"/>
                      <a:pt x="461877" y="49193"/>
                    </a:cubicBezTo>
                    <a:lnTo>
                      <a:pt x="460630" y="49193"/>
                    </a:lnTo>
                    <a:cubicBezTo>
                      <a:pt x="456887" y="50762"/>
                      <a:pt x="453769" y="52331"/>
                      <a:pt x="450026" y="53115"/>
                    </a:cubicBezTo>
                    <a:lnTo>
                      <a:pt x="447531" y="53115"/>
                    </a:lnTo>
                    <a:cubicBezTo>
                      <a:pt x="444412" y="53115"/>
                      <a:pt x="441917" y="52331"/>
                      <a:pt x="438799" y="52331"/>
                    </a:cubicBezTo>
                    <a:cubicBezTo>
                      <a:pt x="435680" y="52331"/>
                      <a:pt x="432561" y="53900"/>
                      <a:pt x="429442" y="53900"/>
                    </a:cubicBezTo>
                    <a:cubicBezTo>
                      <a:pt x="425700" y="53900"/>
                      <a:pt x="421334" y="53900"/>
                      <a:pt x="418215" y="50762"/>
                    </a:cubicBezTo>
                    <a:cubicBezTo>
                      <a:pt x="417591" y="49977"/>
                      <a:pt x="415720" y="49977"/>
                      <a:pt x="414472" y="50762"/>
                    </a:cubicBezTo>
                    <a:cubicBezTo>
                      <a:pt x="410106" y="51546"/>
                      <a:pt x="405740" y="52331"/>
                      <a:pt x="401997" y="53900"/>
                    </a:cubicBezTo>
                    <a:cubicBezTo>
                      <a:pt x="398255" y="55469"/>
                      <a:pt x="396384" y="53900"/>
                      <a:pt x="395136" y="49977"/>
                    </a:cubicBezTo>
                    <a:cubicBezTo>
                      <a:pt x="394512" y="48408"/>
                      <a:pt x="393265" y="46839"/>
                      <a:pt x="392017" y="45270"/>
                    </a:cubicBezTo>
                    <a:cubicBezTo>
                      <a:pt x="390146" y="43701"/>
                      <a:pt x="388275" y="41347"/>
                      <a:pt x="386404" y="41347"/>
                    </a:cubicBezTo>
                    <a:cubicBezTo>
                      <a:pt x="382037" y="41347"/>
                      <a:pt x="379542" y="38209"/>
                      <a:pt x="376424" y="35855"/>
                    </a:cubicBezTo>
                    <a:cubicBezTo>
                      <a:pt x="371434" y="31932"/>
                      <a:pt x="367067" y="27225"/>
                      <a:pt x="360830" y="28010"/>
                    </a:cubicBezTo>
                    <a:lnTo>
                      <a:pt x="360830" y="24087"/>
                    </a:lnTo>
                    <a:cubicBezTo>
                      <a:pt x="362077" y="24087"/>
                      <a:pt x="363325" y="24087"/>
                      <a:pt x="364572" y="23302"/>
                    </a:cubicBezTo>
                    <a:cubicBezTo>
                      <a:pt x="362701" y="21733"/>
                      <a:pt x="362701" y="19380"/>
                      <a:pt x="361454" y="17811"/>
                    </a:cubicBezTo>
                    <a:cubicBezTo>
                      <a:pt x="358959" y="15457"/>
                      <a:pt x="356464" y="14672"/>
                      <a:pt x="353969" y="13103"/>
                    </a:cubicBezTo>
                    <a:cubicBezTo>
                      <a:pt x="352097" y="12319"/>
                      <a:pt x="349602" y="12319"/>
                      <a:pt x="350850" y="16241"/>
                    </a:cubicBezTo>
                    <a:cubicBezTo>
                      <a:pt x="347731" y="17026"/>
                      <a:pt x="345236" y="17026"/>
                      <a:pt x="343989" y="18595"/>
                    </a:cubicBezTo>
                    <a:cubicBezTo>
                      <a:pt x="341494" y="20949"/>
                      <a:pt x="338999" y="19380"/>
                      <a:pt x="337127" y="17811"/>
                    </a:cubicBezTo>
                    <a:cubicBezTo>
                      <a:pt x="335880" y="17026"/>
                      <a:pt x="334632" y="16241"/>
                      <a:pt x="333385" y="17026"/>
                    </a:cubicBezTo>
                    <a:cubicBezTo>
                      <a:pt x="325900" y="21733"/>
                      <a:pt x="318415" y="19380"/>
                      <a:pt x="310930" y="19380"/>
                    </a:cubicBezTo>
                    <a:cubicBezTo>
                      <a:pt x="309682" y="19380"/>
                      <a:pt x="308435" y="18595"/>
                      <a:pt x="306564" y="18595"/>
                    </a:cubicBezTo>
                    <a:cubicBezTo>
                      <a:pt x="304069" y="17811"/>
                      <a:pt x="302197" y="16241"/>
                      <a:pt x="299702" y="15457"/>
                    </a:cubicBezTo>
                    <a:cubicBezTo>
                      <a:pt x="297207" y="14672"/>
                      <a:pt x="294089" y="13888"/>
                      <a:pt x="291594" y="13103"/>
                    </a:cubicBezTo>
                    <a:lnTo>
                      <a:pt x="289722" y="13103"/>
                    </a:lnTo>
                    <a:cubicBezTo>
                      <a:pt x="285356" y="13103"/>
                      <a:pt x="280990" y="13888"/>
                      <a:pt x="277247" y="13888"/>
                    </a:cubicBezTo>
                    <a:cubicBezTo>
                      <a:pt x="274129" y="13888"/>
                      <a:pt x="271010" y="12319"/>
                      <a:pt x="267267" y="11534"/>
                    </a:cubicBezTo>
                    <a:cubicBezTo>
                      <a:pt x="266644" y="5258"/>
                      <a:pt x="261654" y="6827"/>
                      <a:pt x="258535" y="3689"/>
                    </a:cubicBezTo>
                    <a:cubicBezTo>
                      <a:pt x="257911" y="2904"/>
                      <a:pt x="256664" y="3689"/>
                      <a:pt x="256040" y="3689"/>
                    </a:cubicBezTo>
                    <a:cubicBezTo>
                      <a:pt x="252297" y="2904"/>
                      <a:pt x="249802" y="5258"/>
                      <a:pt x="248555" y="9181"/>
                    </a:cubicBezTo>
                    <a:cubicBezTo>
                      <a:pt x="246684" y="13103"/>
                      <a:pt x="241694" y="14672"/>
                      <a:pt x="243565" y="20949"/>
                    </a:cubicBezTo>
                    <a:cubicBezTo>
                      <a:pt x="244189" y="21733"/>
                      <a:pt x="245436" y="22518"/>
                      <a:pt x="246060" y="24087"/>
                    </a:cubicBezTo>
                    <a:cubicBezTo>
                      <a:pt x="246060" y="26441"/>
                      <a:pt x="245436" y="28010"/>
                      <a:pt x="243565" y="27225"/>
                    </a:cubicBezTo>
                    <a:cubicBezTo>
                      <a:pt x="242941" y="27225"/>
                      <a:pt x="242317" y="28794"/>
                      <a:pt x="241694" y="29579"/>
                    </a:cubicBezTo>
                    <a:cubicBezTo>
                      <a:pt x="241070" y="30363"/>
                      <a:pt x="241070" y="31932"/>
                      <a:pt x="240446" y="31932"/>
                    </a:cubicBezTo>
                    <a:cubicBezTo>
                      <a:pt x="236704" y="33502"/>
                      <a:pt x="234209" y="37424"/>
                      <a:pt x="229842" y="36640"/>
                    </a:cubicBezTo>
                    <a:lnTo>
                      <a:pt x="228595" y="36640"/>
                    </a:lnTo>
                    <a:cubicBezTo>
                      <a:pt x="224852" y="40563"/>
                      <a:pt x="221110" y="39778"/>
                      <a:pt x="216744" y="38993"/>
                    </a:cubicBezTo>
                    <a:cubicBezTo>
                      <a:pt x="214872" y="38209"/>
                      <a:pt x="212377" y="38993"/>
                      <a:pt x="209882" y="38993"/>
                    </a:cubicBezTo>
                    <a:cubicBezTo>
                      <a:pt x="208011" y="38993"/>
                      <a:pt x="206140" y="38993"/>
                      <a:pt x="204269" y="37424"/>
                    </a:cubicBezTo>
                    <a:cubicBezTo>
                      <a:pt x="201774" y="35855"/>
                      <a:pt x="199279" y="33502"/>
                      <a:pt x="196784" y="31932"/>
                    </a:cubicBezTo>
                    <a:cubicBezTo>
                      <a:pt x="194289" y="30363"/>
                      <a:pt x="191170" y="30363"/>
                      <a:pt x="191170" y="24872"/>
                    </a:cubicBezTo>
                    <a:cubicBezTo>
                      <a:pt x="191170" y="24087"/>
                      <a:pt x="189922" y="23302"/>
                      <a:pt x="189922" y="22518"/>
                    </a:cubicBezTo>
                    <a:cubicBezTo>
                      <a:pt x="185556" y="27225"/>
                      <a:pt x="181814" y="31148"/>
                      <a:pt x="178071" y="35071"/>
                    </a:cubicBezTo>
                    <a:cubicBezTo>
                      <a:pt x="176200" y="37424"/>
                      <a:pt x="173705" y="40563"/>
                      <a:pt x="174952" y="44485"/>
                    </a:cubicBezTo>
                    <a:cubicBezTo>
                      <a:pt x="174952" y="45270"/>
                      <a:pt x="174329" y="46054"/>
                      <a:pt x="174329" y="46839"/>
                    </a:cubicBezTo>
                    <a:cubicBezTo>
                      <a:pt x="173705" y="48408"/>
                      <a:pt x="173081" y="49977"/>
                      <a:pt x="171834" y="50762"/>
                    </a:cubicBezTo>
                    <a:cubicBezTo>
                      <a:pt x="170586" y="53115"/>
                      <a:pt x="169339" y="55469"/>
                      <a:pt x="168091" y="58607"/>
                    </a:cubicBezTo>
                    <a:lnTo>
                      <a:pt x="164349" y="63314"/>
                    </a:lnTo>
                    <a:cubicBezTo>
                      <a:pt x="163101" y="65668"/>
                      <a:pt x="161854" y="68022"/>
                      <a:pt x="159982" y="69591"/>
                    </a:cubicBezTo>
                    <a:cubicBezTo>
                      <a:pt x="155616" y="74298"/>
                      <a:pt x="151250" y="79005"/>
                      <a:pt x="146260" y="83713"/>
                    </a:cubicBezTo>
                    <a:cubicBezTo>
                      <a:pt x="143765" y="86851"/>
                      <a:pt x="140646" y="89205"/>
                      <a:pt x="138151" y="92343"/>
                    </a:cubicBezTo>
                    <a:cubicBezTo>
                      <a:pt x="133785" y="97050"/>
                      <a:pt x="128795" y="100973"/>
                      <a:pt x="126300" y="108034"/>
                    </a:cubicBezTo>
                    <a:cubicBezTo>
                      <a:pt x="126300" y="108818"/>
                      <a:pt x="125052" y="109603"/>
                      <a:pt x="124429" y="110388"/>
                    </a:cubicBezTo>
                    <a:cubicBezTo>
                      <a:pt x="121310" y="113526"/>
                      <a:pt x="116320" y="113526"/>
                      <a:pt x="116320" y="119802"/>
                    </a:cubicBezTo>
                    <a:cubicBezTo>
                      <a:pt x="111330" y="119802"/>
                      <a:pt x="108835" y="124509"/>
                      <a:pt x="106340" y="128432"/>
                    </a:cubicBezTo>
                    <a:cubicBezTo>
                      <a:pt x="104468" y="131570"/>
                      <a:pt x="102597" y="135493"/>
                      <a:pt x="100102" y="137847"/>
                    </a:cubicBezTo>
                    <a:cubicBezTo>
                      <a:pt x="97607" y="139416"/>
                      <a:pt x="94488" y="138631"/>
                      <a:pt x="91370" y="138631"/>
                    </a:cubicBezTo>
                    <a:cubicBezTo>
                      <a:pt x="90122" y="138631"/>
                      <a:pt x="88875" y="138631"/>
                      <a:pt x="88875" y="139416"/>
                    </a:cubicBezTo>
                    <a:cubicBezTo>
                      <a:pt x="86380" y="142554"/>
                      <a:pt x="83261" y="144908"/>
                      <a:pt x="81390" y="148830"/>
                    </a:cubicBezTo>
                    <a:cubicBezTo>
                      <a:pt x="79518" y="152753"/>
                      <a:pt x="77647" y="155107"/>
                      <a:pt x="74528" y="155891"/>
                    </a:cubicBezTo>
                    <a:cubicBezTo>
                      <a:pt x="71410" y="156676"/>
                      <a:pt x="68291" y="160599"/>
                      <a:pt x="63925" y="158245"/>
                    </a:cubicBezTo>
                    <a:cubicBezTo>
                      <a:pt x="60182" y="156676"/>
                      <a:pt x="55816" y="158245"/>
                      <a:pt x="53321" y="155107"/>
                    </a:cubicBezTo>
                    <a:cubicBezTo>
                      <a:pt x="48331" y="155891"/>
                      <a:pt x="44588" y="157461"/>
                      <a:pt x="40222" y="158245"/>
                    </a:cubicBezTo>
                    <a:cubicBezTo>
                      <a:pt x="35232" y="159814"/>
                      <a:pt x="29618" y="159030"/>
                      <a:pt x="25252" y="163737"/>
                    </a:cubicBezTo>
                    <a:cubicBezTo>
                      <a:pt x="21510" y="167660"/>
                      <a:pt x="18391" y="171582"/>
                      <a:pt x="12777" y="170798"/>
                    </a:cubicBezTo>
                    <a:cubicBezTo>
                      <a:pt x="13401" y="175505"/>
                      <a:pt x="14025" y="179428"/>
                      <a:pt x="14648" y="184135"/>
                    </a:cubicBezTo>
                    <a:cubicBezTo>
                      <a:pt x="15896" y="196688"/>
                      <a:pt x="17143" y="209241"/>
                      <a:pt x="17767" y="221794"/>
                    </a:cubicBezTo>
                    <a:cubicBezTo>
                      <a:pt x="19638" y="237485"/>
                      <a:pt x="20262" y="252391"/>
                      <a:pt x="19015" y="267298"/>
                    </a:cubicBezTo>
                    <a:cubicBezTo>
                      <a:pt x="17767" y="288480"/>
                      <a:pt x="12153" y="1013405"/>
                      <a:pt x="6540" y="1033019"/>
                    </a:cubicBezTo>
                    <a:lnTo>
                      <a:pt x="926" y="1049494"/>
                    </a:lnTo>
                    <a:cubicBezTo>
                      <a:pt x="-1614" y="1053417"/>
                      <a:pt x="1550" y="1055771"/>
                      <a:pt x="4668" y="1056555"/>
                    </a:cubicBezTo>
                    <a:cubicBezTo>
                      <a:pt x="8411" y="1057340"/>
                      <a:pt x="9658" y="1060478"/>
                      <a:pt x="10906" y="1064401"/>
                    </a:cubicBezTo>
                    <a:cubicBezTo>
                      <a:pt x="12153" y="1070677"/>
                      <a:pt x="10282" y="1076954"/>
                      <a:pt x="12777" y="1083230"/>
                    </a:cubicBezTo>
                    <a:cubicBezTo>
                      <a:pt x="14025" y="1086368"/>
                      <a:pt x="12777" y="1091860"/>
                      <a:pt x="12153" y="1096567"/>
                    </a:cubicBezTo>
                    <a:cubicBezTo>
                      <a:pt x="11530" y="1102844"/>
                      <a:pt x="12777" y="1109120"/>
                      <a:pt x="14648" y="1114612"/>
                    </a:cubicBezTo>
                    <a:cubicBezTo>
                      <a:pt x="19015" y="1124027"/>
                      <a:pt x="19638" y="1135010"/>
                      <a:pt x="19638" y="1145209"/>
                    </a:cubicBezTo>
                    <a:cubicBezTo>
                      <a:pt x="19638" y="1147563"/>
                      <a:pt x="20262" y="1149917"/>
                      <a:pt x="20886" y="1151486"/>
                    </a:cubicBezTo>
                    <a:cubicBezTo>
                      <a:pt x="22133" y="1153055"/>
                      <a:pt x="24628" y="1154624"/>
                      <a:pt x="27123" y="1155409"/>
                    </a:cubicBezTo>
                    <a:lnTo>
                      <a:pt x="42093" y="1164823"/>
                    </a:lnTo>
                    <a:cubicBezTo>
                      <a:pt x="48955" y="1169530"/>
                      <a:pt x="54568" y="1168746"/>
                      <a:pt x="60806" y="1163254"/>
                    </a:cubicBezTo>
                    <a:cubicBezTo>
                      <a:pt x="61430" y="1162469"/>
                      <a:pt x="63301" y="1161685"/>
                      <a:pt x="63925" y="1161685"/>
                    </a:cubicBezTo>
                    <a:cubicBezTo>
                      <a:pt x="68291" y="1162469"/>
                      <a:pt x="72657" y="1162469"/>
                      <a:pt x="76400" y="1167177"/>
                    </a:cubicBezTo>
                    <a:cubicBezTo>
                      <a:pt x="80766" y="1171884"/>
                      <a:pt x="87003" y="1175022"/>
                      <a:pt x="91993" y="1178945"/>
                    </a:cubicBezTo>
                    <a:cubicBezTo>
                      <a:pt x="95112" y="1181299"/>
                      <a:pt x="98855" y="1184437"/>
                      <a:pt x="100726" y="1187575"/>
                    </a:cubicBezTo>
                    <a:cubicBezTo>
                      <a:pt x="101973" y="1189144"/>
                      <a:pt x="103221" y="1190713"/>
                      <a:pt x="104468" y="1191498"/>
                    </a:cubicBezTo>
                    <a:cubicBezTo>
                      <a:pt x="111330" y="1194636"/>
                      <a:pt x="115072" y="1202482"/>
                      <a:pt x="119438" y="1208758"/>
                    </a:cubicBezTo>
                    <a:cubicBezTo>
                      <a:pt x="123181" y="1214250"/>
                      <a:pt x="128171" y="1217388"/>
                      <a:pt x="133785" y="1218173"/>
                    </a:cubicBezTo>
                    <a:cubicBezTo>
                      <a:pt x="140022" y="1219742"/>
                      <a:pt x="146260" y="1220526"/>
                      <a:pt x="152497" y="1222095"/>
                    </a:cubicBezTo>
                    <a:cubicBezTo>
                      <a:pt x="154992" y="1222880"/>
                      <a:pt x="158111" y="1223664"/>
                      <a:pt x="160606" y="1225233"/>
                    </a:cubicBezTo>
                    <a:cubicBezTo>
                      <a:pt x="163725" y="1226803"/>
                      <a:pt x="166844" y="1226803"/>
                      <a:pt x="169339" y="1229156"/>
                    </a:cubicBezTo>
                    <a:cubicBezTo>
                      <a:pt x="173081" y="1233079"/>
                      <a:pt x="176824" y="1235433"/>
                      <a:pt x="181814" y="1233864"/>
                    </a:cubicBezTo>
                    <a:cubicBezTo>
                      <a:pt x="183685" y="1233079"/>
                      <a:pt x="186180" y="1234648"/>
                      <a:pt x="188051" y="1235433"/>
                    </a:cubicBezTo>
                    <a:cubicBezTo>
                      <a:pt x="188675" y="1235433"/>
                      <a:pt x="189299" y="1236217"/>
                      <a:pt x="189922" y="1236217"/>
                    </a:cubicBezTo>
                    <a:cubicBezTo>
                      <a:pt x="196784" y="1237002"/>
                      <a:pt x="203021" y="1235433"/>
                      <a:pt x="209259" y="1233864"/>
                    </a:cubicBezTo>
                    <a:cubicBezTo>
                      <a:pt x="211754" y="1233079"/>
                      <a:pt x="214249" y="1232294"/>
                      <a:pt x="216744" y="1230725"/>
                    </a:cubicBezTo>
                    <a:cubicBezTo>
                      <a:pt x="223605" y="1226803"/>
                      <a:pt x="230466" y="1222880"/>
                      <a:pt x="236704" y="1218173"/>
                    </a:cubicBezTo>
                    <a:cubicBezTo>
                      <a:pt x="241070" y="1215034"/>
                      <a:pt x="245436" y="1211896"/>
                      <a:pt x="250426" y="1215034"/>
                    </a:cubicBezTo>
                    <a:lnTo>
                      <a:pt x="252921" y="1215034"/>
                    </a:lnTo>
                    <a:cubicBezTo>
                      <a:pt x="257287" y="1215034"/>
                      <a:pt x="261654" y="1214250"/>
                      <a:pt x="265396" y="1213465"/>
                    </a:cubicBezTo>
                    <a:cubicBezTo>
                      <a:pt x="266020" y="1213465"/>
                      <a:pt x="267267" y="1213465"/>
                      <a:pt x="267267" y="1212681"/>
                    </a:cubicBezTo>
                    <a:cubicBezTo>
                      <a:pt x="269139" y="1209542"/>
                      <a:pt x="272257" y="1209542"/>
                      <a:pt x="275376" y="1208758"/>
                    </a:cubicBezTo>
                    <a:cubicBezTo>
                      <a:pt x="280366" y="1207973"/>
                      <a:pt x="285356" y="1207973"/>
                      <a:pt x="289099" y="1204051"/>
                    </a:cubicBezTo>
                    <a:cubicBezTo>
                      <a:pt x="292841" y="1200912"/>
                      <a:pt x="296584" y="1200128"/>
                      <a:pt x="300950" y="1199343"/>
                    </a:cubicBezTo>
                    <a:cubicBezTo>
                      <a:pt x="301574" y="1199343"/>
                      <a:pt x="302821" y="1198559"/>
                      <a:pt x="303445" y="1198559"/>
                    </a:cubicBezTo>
                    <a:cubicBezTo>
                      <a:pt x="306564" y="1197774"/>
                      <a:pt x="309682" y="1195421"/>
                      <a:pt x="312177" y="1196205"/>
                    </a:cubicBezTo>
                    <a:cubicBezTo>
                      <a:pt x="317791" y="1197774"/>
                      <a:pt x="320286" y="1195421"/>
                      <a:pt x="324029" y="1189144"/>
                    </a:cubicBezTo>
                    <a:cubicBezTo>
                      <a:pt x="324652" y="1187575"/>
                      <a:pt x="326524" y="1186791"/>
                      <a:pt x="327771" y="1186006"/>
                    </a:cubicBezTo>
                    <a:cubicBezTo>
                      <a:pt x="330890" y="1185221"/>
                      <a:pt x="334009" y="1186006"/>
                      <a:pt x="337127" y="1185221"/>
                    </a:cubicBezTo>
                    <a:cubicBezTo>
                      <a:pt x="338999" y="1185221"/>
                      <a:pt x="340870" y="1182868"/>
                      <a:pt x="342117" y="1182868"/>
                    </a:cubicBezTo>
                    <a:cubicBezTo>
                      <a:pt x="347107" y="1183652"/>
                      <a:pt x="352721" y="1181299"/>
                      <a:pt x="357087" y="1185221"/>
                    </a:cubicBezTo>
                    <a:cubicBezTo>
                      <a:pt x="357711" y="1186006"/>
                      <a:pt x="358959" y="1186006"/>
                      <a:pt x="360206" y="1186006"/>
                    </a:cubicBezTo>
                    <a:cubicBezTo>
                      <a:pt x="368315" y="1186791"/>
                      <a:pt x="375176" y="1189929"/>
                      <a:pt x="380790" y="1196205"/>
                    </a:cubicBezTo>
                    <a:cubicBezTo>
                      <a:pt x="382661" y="1198559"/>
                      <a:pt x="385156" y="1200128"/>
                      <a:pt x="387027" y="1201697"/>
                    </a:cubicBezTo>
                    <a:cubicBezTo>
                      <a:pt x="388899" y="1203266"/>
                      <a:pt x="391394" y="1203266"/>
                      <a:pt x="393265" y="1204051"/>
                    </a:cubicBezTo>
                    <a:cubicBezTo>
                      <a:pt x="395136" y="1204835"/>
                      <a:pt x="396384" y="1205620"/>
                      <a:pt x="398255" y="1205620"/>
                    </a:cubicBezTo>
                    <a:cubicBezTo>
                      <a:pt x="401374" y="1205620"/>
                      <a:pt x="403869" y="1207189"/>
                      <a:pt x="405740" y="1210327"/>
                    </a:cubicBezTo>
                    <a:cubicBezTo>
                      <a:pt x="406364" y="1211112"/>
                      <a:pt x="406987" y="1211896"/>
                      <a:pt x="407611" y="1213465"/>
                    </a:cubicBezTo>
                    <a:cubicBezTo>
                      <a:pt x="406987" y="1215819"/>
                      <a:pt x="410730" y="1222095"/>
                      <a:pt x="413225" y="1222095"/>
                    </a:cubicBezTo>
                    <a:cubicBezTo>
                      <a:pt x="417591" y="1222095"/>
                      <a:pt x="421957" y="1223664"/>
                      <a:pt x="425700" y="1227587"/>
                    </a:cubicBezTo>
                    <a:cubicBezTo>
                      <a:pt x="426324" y="1228372"/>
                      <a:pt x="427571" y="1228372"/>
                      <a:pt x="428819" y="1227587"/>
                    </a:cubicBezTo>
                    <a:cubicBezTo>
                      <a:pt x="430690" y="1226803"/>
                      <a:pt x="431937" y="1226803"/>
                      <a:pt x="433185" y="1229156"/>
                    </a:cubicBezTo>
                    <a:cubicBezTo>
                      <a:pt x="433809" y="1229941"/>
                      <a:pt x="436304" y="1229941"/>
                      <a:pt x="437551" y="1229941"/>
                    </a:cubicBezTo>
                    <a:cubicBezTo>
                      <a:pt x="440670" y="1229941"/>
                      <a:pt x="444412" y="1229156"/>
                      <a:pt x="447531" y="1229941"/>
                    </a:cubicBezTo>
                    <a:cubicBezTo>
                      <a:pt x="453145" y="1230725"/>
                      <a:pt x="458135" y="1231510"/>
                      <a:pt x="463749" y="1233079"/>
                    </a:cubicBezTo>
                    <a:cubicBezTo>
                      <a:pt x="464996" y="1233079"/>
                      <a:pt x="466244" y="1233864"/>
                      <a:pt x="466867" y="1234648"/>
                    </a:cubicBezTo>
                    <a:cubicBezTo>
                      <a:pt x="468115" y="1238571"/>
                      <a:pt x="471234" y="1238571"/>
                      <a:pt x="473105" y="1239355"/>
                    </a:cubicBezTo>
                    <a:cubicBezTo>
                      <a:pt x="474976" y="1240140"/>
                      <a:pt x="477471" y="1240924"/>
                      <a:pt x="478719" y="1240924"/>
                    </a:cubicBezTo>
                    <a:cubicBezTo>
                      <a:pt x="479342" y="1240140"/>
                      <a:pt x="480590" y="1239355"/>
                      <a:pt x="481837" y="1237786"/>
                    </a:cubicBezTo>
                    <a:cubicBezTo>
                      <a:pt x="479342" y="1237786"/>
                      <a:pt x="478095" y="1238571"/>
                      <a:pt x="476847" y="1238571"/>
                    </a:cubicBezTo>
                    <a:cubicBezTo>
                      <a:pt x="479342" y="1234648"/>
                      <a:pt x="481837" y="1233864"/>
                      <a:pt x="484956" y="1236217"/>
                    </a:cubicBezTo>
                    <a:cubicBezTo>
                      <a:pt x="488699" y="1240140"/>
                      <a:pt x="491817" y="1240140"/>
                      <a:pt x="496184" y="1236217"/>
                    </a:cubicBezTo>
                    <a:lnTo>
                      <a:pt x="499926" y="1233864"/>
                    </a:lnTo>
                    <a:lnTo>
                      <a:pt x="499926" y="1229941"/>
                    </a:lnTo>
                    <a:cubicBezTo>
                      <a:pt x="501797" y="1230725"/>
                      <a:pt x="503669" y="1232294"/>
                      <a:pt x="504916" y="1232294"/>
                    </a:cubicBezTo>
                    <a:cubicBezTo>
                      <a:pt x="508659" y="1229941"/>
                      <a:pt x="512401" y="1227587"/>
                      <a:pt x="515520" y="1224449"/>
                    </a:cubicBezTo>
                    <a:cubicBezTo>
                      <a:pt x="519262" y="1221311"/>
                      <a:pt x="522381" y="1217388"/>
                      <a:pt x="525500" y="1214250"/>
                    </a:cubicBezTo>
                    <a:cubicBezTo>
                      <a:pt x="526124" y="1214250"/>
                      <a:pt x="526124" y="1213465"/>
                      <a:pt x="526747" y="1213465"/>
                    </a:cubicBezTo>
                    <a:cubicBezTo>
                      <a:pt x="531114" y="1211896"/>
                      <a:pt x="534856" y="1211112"/>
                      <a:pt x="539222" y="1209542"/>
                    </a:cubicBezTo>
                    <a:cubicBezTo>
                      <a:pt x="541717" y="1208758"/>
                      <a:pt x="543589" y="1207189"/>
                      <a:pt x="546084" y="1206404"/>
                    </a:cubicBezTo>
                    <a:cubicBezTo>
                      <a:pt x="547955" y="1205620"/>
                      <a:pt x="549202" y="1205620"/>
                      <a:pt x="551074" y="1204835"/>
                    </a:cubicBezTo>
                    <a:lnTo>
                      <a:pt x="557311" y="1204835"/>
                    </a:lnTo>
                    <a:cubicBezTo>
                      <a:pt x="558559" y="1204835"/>
                      <a:pt x="560430" y="1204835"/>
                      <a:pt x="561677" y="1204051"/>
                    </a:cubicBezTo>
                    <a:cubicBezTo>
                      <a:pt x="562301" y="1202482"/>
                      <a:pt x="563549" y="1200128"/>
                      <a:pt x="564172" y="1200128"/>
                    </a:cubicBezTo>
                    <a:cubicBezTo>
                      <a:pt x="566044" y="1200128"/>
                      <a:pt x="567291" y="1201697"/>
                      <a:pt x="569162" y="1202482"/>
                    </a:cubicBezTo>
                    <a:cubicBezTo>
                      <a:pt x="569786" y="1202482"/>
                      <a:pt x="569786" y="1203266"/>
                      <a:pt x="569786" y="1204051"/>
                    </a:cubicBezTo>
                    <a:cubicBezTo>
                      <a:pt x="572281" y="1207189"/>
                      <a:pt x="574152" y="1211112"/>
                      <a:pt x="576647" y="1214250"/>
                    </a:cubicBezTo>
                    <a:cubicBezTo>
                      <a:pt x="579766" y="1218173"/>
                      <a:pt x="582885" y="1218173"/>
                      <a:pt x="584756" y="1215819"/>
                    </a:cubicBezTo>
                    <a:cubicBezTo>
                      <a:pt x="587875" y="1212681"/>
                      <a:pt x="590370" y="1210327"/>
                      <a:pt x="594736" y="1211896"/>
                    </a:cubicBezTo>
                    <a:cubicBezTo>
                      <a:pt x="595360" y="1211896"/>
                      <a:pt x="596607" y="1212681"/>
                      <a:pt x="597231" y="1211896"/>
                    </a:cubicBezTo>
                    <a:cubicBezTo>
                      <a:pt x="600350" y="1210327"/>
                      <a:pt x="604092" y="1208758"/>
                      <a:pt x="607211" y="1206404"/>
                    </a:cubicBezTo>
                    <a:cubicBezTo>
                      <a:pt x="609082" y="1205620"/>
                      <a:pt x="611577" y="1205620"/>
                      <a:pt x="612201" y="1204051"/>
                    </a:cubicBezTo>
                    <a:cubicBezTo>
                      <a:pt x="614072" y="1199343"/>
                      <a:pt x="617191" y="1196990"/>
                      <a:pt x="620310" y="1193851"/>
                    </a:cubicBezTo>
                    <a:cubicBezTo>
                      <a:pt x="622181" y="1191498"/>
                      <a:pt x="624052" y="1188360"/>
                      <a:pt x="625924" y="1187575"/>
                    </a:cubicBezTo>
                    <a:cubicBezTo>
                      <a:pt x="630290" y="1186006"/>
                      <a:pt x="633409" y="1181299"/>
                      <a:pt x="637151" y="1178160"/>
                    </a:cubicBezTo>
                    <a:cubicBezTo>
                      <a:pt x="640270" y="1175807"/>
                      <a:pt x="642141" y="1171100"/>
                      <a:pt x="645260" y="1170315"/>
                    </a:cubicBezTo>
                    <a:cubicBezTo>
                      <a:pt x="650250" y="1168746"/>
                      <a:pt x="653992" y="1164823"/>
                      <a:pt x="658359" y="1160900"/>
                    </a:cubicBezTo>
                    <a:cubicBezTo>
                      <a:pt x="660854" y="1158547"/>
                      <a:pt x="663972" y="1156978"/>
                      <a:pt x="667091" y="1157762"/>
                    </a:cubicBezTo>
                    <a:cubicBezTo>
                      <a:pt x="668962" y="1158547"/>
                      <a:pt x="671457" y="1157762"/>
                      <a:pt x="672705" y="1156978"/>
                    </a:cubicBezTo>
                    <a:cubicBezTo>
                      <a:pt x="675200" y="1155409"/>
                      <a:pt x="677695" y="1153055"/>
                      <a:pt x="680190" y="1151486"/>
                    </a:cubicBezTo>
                    <a:cubicBezTo>
                      <a:pt x="682061" y="1149917"/>
                      <a:pt x="683932" y="1148348"/>
                      <a:pt x="685804" y="1148348"/>
                    </a:cubicBezTo>
                    <a:cubicBezTo>
                      <a:pt x="692041" y="1147563"/>
                      <a:pt x="697031" y="1145994"/>
                      <a:pt x="700150" y="1138148"/>
                    </a:cubicBezTo>
                    <a:cubicBezTo>
                      <a:pt x="701397" y="1135010"/>
                      <a:pt x="707635" y="1131087"/>
                      <a:pt x="710130" y="1132657"/>
                    </a:cubicBezTo>
                    <a:cubicBezTo>
                      <a:pt x="714496" y="1135010"/>
                      <a:pt x="717615" y="1133441"/>
                      <a:pt x="720110" y="1128734"/>
                    </a:cubicBezTo>
                    <a:cubicBezTo>
                      <a:pt x="721981" y="1126380"/>
                      <a:pt x="724476" y="1127165"/>
                      <a:pt x="726347" y="1128734"/>
                    </a:cubicBezTo>
                    <a:cubicBezTo>
                      <a:pt x="727595" y="1130303"/>
                      <a:pt x="728842" y="1131087"/>
                      <a:pt x="730090" y="1131087"/>
                    </a:cubicBezTo>
                    <a:cubicBezTo>
                      <a:pt x="734456" y="1131872"/>
                      <a:pt x="739446" y="1131087"/>
                      <a:pt x="743812" y="1131872"/>
                    </a:cubicBezTo>
                    <a:cubicBezTo>
                      <a:pt x="747555" y="1132657"/>
                      <a:pt x="751297" y="1131087"/>
                      <a:pt x="753792" y="1127949"/>
                    </a:cubicBezTo>
                    <a:cubicBezTo>
                      <a:pt x="756287" y="1124811"/>
                      <a:pt x="758159" y="1124811"/>
                      <a:pt x="761901" y="1126380"/>
                    </a:cubicBezTo>
                    <a:cubicBezTo>
                      <a:pt x="765020" y="1127949"/>
                      <a:pt x="767515" y="1131872"/>
                      <a:pt x="771881" y="1131087"/>
                    </a:cubicBezTo>
                    <a:cubicBezTo>
                      <a:pt x="775624" y="1130303"/>
                      <a:pt x="779990" y="1132657"/>
                      <a:pt x="784356" y="1130303"/>
                    </a:cubicBezTo>
                    <a:lnTo>
                      <a:pt x="786851" y="1130303"/>
                    </a:lnTo>
                    <a:cubicBezTo>
                      <a:pt x="790594" y="1131872"/>
                      <a:pt x="794336" y="1132657"/>
                      <a:pt x="797455" y="1136579"/>
                    </a:cubicBezTo>
                    <a:cubicBezTo>
                      <a:pt x="801197" y="1140502"/>
                      <a:pt x="801821" y="1111474"/>
                      <a:pt x="805564" y="1114612"/>
                    </a:cubicBezTo>
                    <a:cubicBezTo>
                      <a:pt x="811177" y="1119319"/>
                      <a:pt x="809930" y="1114612"/>
                      <a:pt x="815544" y="1118535"/>
                    </a:cubicBezTo>
                    <a:cubicBezTo>
                      <a:pt x="819910" y="1120888"/>
                      <a:pt x="818039" y="1112258"/>
                      <a:pt x="823029" y="1113827"/>
                    </a:cubicBezTo>
                    <a:cubicBezTo>
                      <a:pt x="823653" y="1113827"/>
                      <a:pt x="831137" y="1120104"/>
                      <a:pt x="831137" y="1119319"/>
                    </a:cubicBezTo>
                    <a:cubicBezTo>
                      <a:pt x="834256" y="1116966"/>
                      <a:pt x="837375" y="1093429"/>
                      <a:pt x="840494" y="1094214"/>
                    </a:cubicBezTo>
                    <a:cubicBezTo>
                      <a:pt x="846731" y="1096567"/>
                      <a:pt x="852345" y="1094998"/>
                      <a:pt x="857959" y="1091860"/>
                    </a:cubicBezTo>
                    <a:cubicBezTo>
                      <a:pt x="861077" y="1090291"/>
                      <a:pt x="866067" y="1084799"/>
                      <a:pt x="868562" y="1087153"/>
                    </a:cubicBezTo>
                    <a:cubicBezTo>
                      <a:pt x="872929" y="1091075"/>
                      <a:pt x="877295" y="1092645"/>
                      <a:pt x="882285" y="1093429"/>
                    </a:cubicBezTo>
                    <a:cubicBezTo>
                      <a:pt x="882909" y="1093429"/>
                      <a:pt x="883532" y="1094214"/>
                      <a:pt x="884156" y="1094998"/>
                    </a:cubicBezTo>
                    <a:cubicBezTo>
                      <a:pt x="886027" y="1098136"/>
                      <a:pt x="894760" y="1089506"/>
                      <a:pt x="896631" y="1092645"/>
                    </a:cubicBezTo>
                    <a:cubicBezTo>
                      <a:pt x="899126" y="1097352"/>
                      <a:pt x="901621" y="1102059"/>
                      <a:pt x="904116" y="1105982"/>
                    </a:cubicBezTo>
                    <a:cubicBezTo>
                      <a:pt x="905364" y="1107551"/>
                      <a:pt x="907235" y="1108336"/>
                      <a:pt x="907859" y="1109905"/>
                    </a:cubicBezTo>
                    <a:cubicBezTo>
                      <a:pt x="908483" y="1113827"/>
                      <a:pt x="909730" y="1115396"/>
                      <a:pt x="912849" y="1115396"/>
                    </a:cubicBezTo>
                    <a:cubicBezTo>
                      <a:pt x="914720" y="1115396"/>
                      <a:pt x="916591" y="1116181"/>
                      <a:pt x="917839" y="1117750"/>
                    </a:cubicBezTo>
                    <a:cubicBezTo>
                      <a:pt x="920958" y="1120104"/>
                      <a:pt x="923453" y="1122457"/>
                      <a:pt x="925947" y="1124811"/>
                    </a:cubicBezTo>
                    <a:cubicBezTo>
                      <a:pt x="929066" y="1127165"/>
                      <a:pt x="932185" y="1129518"/>
                      <a:pt x="933433" y="1133441"/>
                    </a:cubicBezTo>
                    <a:cubicBezTo>
                      <a:pt x="934056" y="1135010"/>
                      <a:pt x="934680" y="1135795"/>
                      <a:pt x="935304" y="1136579"/>
                    </a:cubicBezTo>
                    <a:cubicBezTo>
                      <a:pt x="937799" y="1139718"/>
                      <a:pt x="940294" y="1142071"/>
                      <a:pt x="942789" y="1145209"/>
                    </a:cubicBezTo>
                    <a:cubicBezTo>
                      <a:pt x="946531" y="1149132"/>
                      <a:pt x="949650" y="1153839"/>
                      <a:pt x="953393" y="1157762"/>
                    </a:cubicBezTo>
                    <a:cubicBezTo>
                      <a:pt x="954640" y="1158547"/>
                      <a:pt x="955887" y="1160116"/>
                      <a:pt x="957135" y="1160900"/>
                    </a:cubicBezTo>
                    <a:cubicBezTo>
                      <a:pt x="959630" y="1162469"/>
                      <a:pt x="962125" y="1164039"/>
                      <a:pt x="963996" y="1166392"/>
                    </a:cubicBezTo>
                    <a:cubicBezTo>
                      <a:pt x="965868" y="1168746"/>
                      <a:pt x="974600" y="1154624"/>
                      <a:pt x="975847" y="1157762"/>
                    </a:cubicBezTo>
                    <a:cubicBezTo>
                      <a:pt x="975847" y="1158547"/>
                      <a:pt x="976471" y="1158547"/>
                      <a:pt x="977095" y="1158547"/>
                    </a:cubicBezTo>
                    <a:cubicBezTo>
                      <a:pt x="980838" y="1162469"/>
                      <a:pt x="984580" y="1160900"/>
                      <a:pt x="988323" y="1159331"/>
                    </a:cubicBezTo>
                    <a:cubicBezTo>
                      <a:pt x="989570" y="1158547"/>
                      <a:pt x="990818" y="1157762"/>
                      <a:pt x="991441" y="1158547"/>
                    </a:cubicBezTo>
                    <a:cubicBezTo>
                      <a:pt x="995808" y="1160900"/>
                      <a:pt x="998926" y="1166392"/>
                      <a:pt x="1004540" y="1167177"/>
                    </a:cubicBezTo>
                    <a:cubicBezTo>
                      <a:pt x="1004540" y="1167177"/>
                      <a:pt x="1005164" y="1167177"/>
                      <a:pt x="1005164" y="1167961"/>
                    </a:cubicBezTo>
                    <a:cubicBezTo>
                      <a:pt x="1006411" y="1172669"/>
                      <a:pt x="1010154" y="1172669"/>
                      <a:pt x="1013273" y="1173453"/>
                    </a:cubicBezTo>
                    <a:cubicBezTo>
                      <a:pt x="1015144" y="1173453"/>
                      <a:pt x="1017015" y="1174238"/>
                      <a:pt x="1018263" y="1175022"/>
                    </a:cubicBezTo>
                    <a:cubicBezTo>
                      <a:pt x="1022005" y="1177376"/>
                      <a:pt x="1025748" y="1180514"/>
                      <a:pt x="1030114" y="1182083"/>
                    </a:cubicBezTo>
                    <a:cubicBezTo>
                      <a:pt x="1035728" y="1184437"/>
                      <a:pt x="1041341" y="1186006"/>
                      <a:pt x="1045708" y="1189929"/>
                    </a:cubicBezTo>
                    <a:cubicBezTo>
                      <a:pt x="1046331" y="1189929"/>
                      <a:pt x="1046955" y="1189929"/>
                      <a:pt x="1046955" y="1190713"/>
                    </a:cubicBezTo>
                    <a:cubicBezTo>
                      <a:pt x="1048826" y="1192282"/>
                      <a:pt x="1051945" y="1193067"/>
                      <a:pt x="1053193" y="1195421"/>
                    </a:cubicBezTo>
                    <a:cubicBezTo>
                      <a:pt x="1055064" y="1200128"/>
                      <a:pt x="1060054" y="1199343"/>
                      <a:pt x="1062549" y="1203266"/>
                    </a:cubicBezTo>
                    <a:lnTo>
                      <a:pt x="1063172" y="1203266"/>
                    </a:lnTo>
                    <a:cubicBezTo>
                      <a:pt x="1065668" y="1203266"/>
                      <a:pt x="1068163" y="1204051"/>
                      <a:pt x="1071281" y="1204051"/>
                    </a:cubicBezTo>
                    <a:cubicBezTo>
                      <a:pt x="1072529" y="1203266"/>
                      <a:pt x="1074400" y="1201697"/>
                      <a:pt x="1075648" y="1201697"/>
                    </a:cubicBezTo>
                    <a:cubicBezTo>
                      <a:pt x="1081261" y="1204051"/>
                      <a:pt x="1086875" y="1204051"/>
                      <a:pt x="1090618" y="1197774"/>
                    </a:cubicBezTo>
                    <a:cubicBezTo>
                      <a:pt x="1091241" y="1196990"/>
                      <a:pt x="1092489" y="1196990"/>
                      <a:pt x="1093736" y="1196990"/>
                    </a:cubicBezTo>
                    <a:lnTo>
                      <a:pt x="1098726" y="1196990"/>
                    </a:lnTo>
                    <a:cubicBezTo>
                      <a:pt x="1104340" y="1195421"/>
                      <a:pt x="1109330" y="1193851"/>
                      <a:pt x="1114944" y="1193067"/>
                    </a:cubicBezTo>
                    <a:cubicBezTo>
                      <a:pt x="1117439" y="1192282"/>
                      <a:pt x="1120558" y="1193851"/>
                      <a:pt x="1123053" y="1194636"/>
                    </a:cubicBezTo>
                    <a:cubicBezTo>
                      <a:pt x="1125548" y="1195421"/>
                      <a:pt x="1128043" y="1195421"/>
                      <a:pt x="1130538" y="1195421"/>
                    </a:cubicBezTo>
                    <a:cubicBezTo>
                      <a:pt x="1133656" y="1195421"/>
                      <a:pt x="1136151" y="1193851"/>
                      <a:pt x="1139270" y="1193851"/>
                    </a:cubicBezTo>
                    <a:cubicBezTo>
                      <a:pt x="1141765" y="1193067"/>
                      <a:pt x="1144884" y="1193067"/>
                      <a:pt x="1147379" y="1192282"/>
                    </a:cubicBezTo>
                    <a:cubicBezTo>
                      <a:pt x="1152993" y="1190713"/>
                      <a:pt x="1157983" y="1189144"/>
                      <a:pt x="1163596" y="1188360"/>
                    </a:cubicBezTo>
                    <a:cubicBezTo>
                      <a:pt x="1167339" y="1161685"/>
                      <a:pt x="1166715" y="1130303"/>
                      <a:pt x="1166715" y="1098136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3178" t="0" r="-3178" b="0"/>
                </a:stretch>
              </a:blipFill>
            </p:spPr>
          </p:sp>
        </p:grpSp>
        <p:sp>
          <p:nvSpPr>
            <p:cNvPr name="Freeform 10" id="10"/>
            <p:cNvSpPr/>
            <p:nvPr/>
          </p:nvSpPr>
          <p:spPr>
            <a:xfrm flipH="false" flipV="false" rot="-5710010">
              <a:off x="257012" y="473818"/>
              <a:ext cx="2377559" cy="2688393"/>
            </a:xfrm>
            <a:custGeom>
              <a:avLst/>
              <a:gdLst/>
              <a:ahLst/>
              <a:cxnLst/>
              <a:rect r="r" b="b" t="t" l="l"/>
              <a:pathLst>
                <a:path h="2688393" w="2377559">
                  <a:moveTo>
                    <a:pt x="0" y="0"/>
                  </a:moveTo>
                  <a:lnTo>
                    <a:pt x="2377559" y="0"/>
                  </a:lnTo>
                  <a:lnTo>
                    <a:pt x="2377559" y="2688393"/>
                  </a:lnTo>
                  <a:lnTo>
                    <a:pt x="0" y="2688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9028" t="0" r="0" b="-22102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0773178" y="1860708"/>
            <a:ext cx="6486122" cy="1736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199"/>
              </a:lnSpc>
              <a:spcBef>
                <a:spcPct val="0"/>
              </a:spcBef>
            </a:pPr>
            <a:r>
              <a:rPr lang="en-US" sz="9999">
                <a:solidFill>
                  <a:srgbClr val="343439"/>
                </a:solidFill>
                <a:latin typeface="Rogue"/>
                <a:ea typeface="Rogue"/>
                <a:cs typeface="Rogue"/>
                <a:sym typeface="Rogue"/>
              </a:rPr>
              <a:t>Why Certify?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73178" y="3784658"/>
            <a:ext cx="6676888" cy="388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20"/>
              </a:lnSpc>
              <a:buFont typeface="Arial"/>
              <a:buChar char="•"/>
            </a:pPr>
            <a:r>
              <a:rPr lang="en-US" sz="20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Recruiters + certs</a:t>
            </a:r>
          </a:p>
          <a:p>
            <a:pPr algn="l" marL="431801" indent="-215900" lvl="1">
              <a:lnSpc>
                <a:spcPts val="2820"/>
              </a:lnSpc>
              <a:buFont typeface="Arial"/>
              <a:buChar char="•"/>
            </a:pPr>
            <a:r>
              <a:rPr lang="en-US" sz="20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Reimbursement by A-Bits</a:t>
            </a:r>
          </a:p>
          <a:p>
            <a:pPr algn="l" marL="431801" indent="-215900" lvl="1">
              <a:lnSpc>
                <a:spcPts val="2820"/>
              </a:lnSpc>
              <a:buFont typeface="Arial"/>
              <a:buChar char="•"/>
            </a:pPr>
            <a:r>
              <a:rPr lang="en-US" sz="20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Many of our courses go over their content</a:t>
            </a:r>
          </a:p>
          <a:p>
            <a:pPr algn="l" marL="431801" indent="-215900" lvl="1">
              <a:lnSpc>
                <a:spcPts val="2820"/>
              </a:lnSpc>
              <a:buFont typeface="Arial"/>
              <a:buChar char="•"/>
            </a:pPr>
            <a:r>
              <a:rPr lang="en-US" sz="20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What to certify?</a:t>
            </a:r>
          </a:p>
          <a:p>
            <a:pPr algn="l" marL="863601" indent="-287867" lvl="2">
              <a:lnSpc>
                <a:spcPts val="2820"/>
              </a:lnSpc>
              <a:buFont typeface="Arial"/>
              <a:buChar char="⚬"/>
            </a:pPr>
            <a:r>
              <a:rPr lang="en-US" sz="20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Security+ (Analysts, Engineering)</a:t>
            </a:r>
          </a:p>
          <a:p>
            <a:pPr algn="l" marL="863601" indent="-287867" lvl="2">
              <a:lnSpc>
                <a:spcPts val="2820"/>
              </a:lnSpc>
              <a:buFont typeface="Arial"/>
              <a:buChar char="⚬"/>
            </a:pPr>
            <a:r>
              <a:rPr lang="en-US" sz="20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A+ (Help desk, Intro IT)</a:t>
            </a:r>
          </a:p>
          <a:p>
            <a:pPr algn="l" marL="863601" indent="-287867" lvl="2">
              <a:lnSpc>
                <a:spcPts val="2820"/>
              </a:lnSpc>
              <a:buFont typeface="Arial"/>
              <a:buChar char="⚬"/>
            </a:pPr>
            <a:r>
              <a:rPr lang="en-US" sz="20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Net+ (Network engineering, basis for sec+)</a:t>
            </a:r>
          </a:p>
          <a:p>
            <a:pPr algn="l" marL="863601" indent="-287867" lvl="2">
              <a:lnSpc>
                <a:spcPts val="2820"/>
              </a:lnSpc>
              <a:buFont typeface="Arial"/>
              <a:buChar char="⚬"/>
            </a:pPr>
            <a:r>
              <a:rPr lang="en-US" sz="20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https://pauljerimy.com/security-certification-roadmap/ </a:t>
            </a:r>
          </a:p>
          <a:p>
            <a:pPr algn="l" marL="431801" indent="-215900" lvl="1">
              <a:lnSpc>
                <a:spcPts val="2820"/>
              </a:lnSpc>
              <a:buFont typeface="Arial"/>
              <a:buChar char="•"/>
            </a:pPr>
            <a:r>
              <a:rPr lang="en-US" sz="20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Questions?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478" t="0" r="-1614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83563">
            <a:off x="7543332" y="847474"/>
            <a:ext cx="16544296" cy="8687847"/>
            <a:chOff x="0" y="0"/>
            <a:chExt cx="22059061" cy="11583797"/>
          </a:xfrm>
        </p:grpSpPr>
        <p:sp>
          <p:nvSpPr>
            <p:cNvPr name="Freeform 4" id="4"/>
            <p:cNvSpPr/>
            <p:nvPr/>
          </p:nvSpPr>
          <p:spPr>
            <a:xfrm flipH="false" flipV="false" rot="-5400000">
              <a:off x="10373258" y="-102007"/>
              <a:ext cx="11583797" cy="11787810"/>
            </a:xfrm>
            <a:custGeom>
              <a:avLst/>
              <a:gdLst/>
              <a:ahLst/>
              <a:cxnLst/>
              <a:rect r="r" b="b" t="t" l="l"/>
              <a:pathLst>
                <a:path h="11787810" w="11583797">
                  <a:moveTo>
                    <a:pt x="0" y="0"/>
                  </a:moveTo>
                  <a:lnTo>
                    <a:pt x="11583796" y="0"/>
                  </a:lnTo>
                  <a:lnTo>
                    <a:pt x="11583796" y="11787810"/>
                  </a:lnTo>
                  <a:lnTo>
                    <a:pt x="0" y="117878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232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5" id="5"/>
            <p:cNvSpPr/>
            <p:nvPr/>
          </p:nvSpPr>
          <p:spPr>
            <a:xfrm flipH="false" flipV="true" rot="-5400000">
              <a:off x="-327535" y="327535"/>
              <a:ext cx="11583797" cy="10928726"/>
            </a:xfrm>
            <a:custGeom>
              <a:avLst/>
              <a:gdLst/>
              <a:ahLst/>
              <a:cxnLst/>
              <a:rect r="r" b="b" t="t" l="l"/>
              <a:pathLst>
                <a:path h="10928726" w="11583797">
                  <a:moveTo>
                    <a:pt x="0" y="10928726"/>
                  </a:moveTo>
                  <a:lnTo>
                    <a:pt x="11583796" y="10928726"/>
                  </a:lnTo>
                  <a:lnTo>
                    <a:pt x="11583796" y="0"/>
                  </a:lnTo>
                  <a:lnTo>
                    <a:pt x="0" y="0"/>
                  </a:lnTo>
                  <a:lnTo>
                    <a:pt x="0" y="10928726"/>
                  </a:lnTo>
                  <a:close/>
                </a:path>
              </a:pathLst>
            </a:custGeom>
            <a:blipFill>
              <a:blip r:embed="rId3"/>
              <a:stretch>
                <a:fillRect l="0" t="-25369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187261">
            <a:off x="472893" y="1575217"/>
            <a:ext cx="7039022" cy="7136567"/>
            <a:chOff x="0" y="0"/>
            <a:chExt cx="9385363" cy="9515422"/>
          </a:xfrm>
        </p:grpSpPr>
        <p:sp>
          <p:nvSpPr>
            <p:cNvPr name="Freeform 7" id="7"/>
            <p:cNvSpPr/>
            <p:nvPr/>
          </p:nvSpPr>
          <p:spPr>
            <a:xfrm flipH="false" flipV="false" rot="-5710010">
              <a:off x="305751" y="442566"/>
              <a:ext cx="8773862" cy="8630290"/>
            </a:xfrm>
            <a:custGeom>
              <a:avLst/>
              <a:gdLst/>
              <a:ahLst/>
              <a:cxnLst/>
              <a:rect r="r" b="b" t="t" l="l"/>
              <a:pathLst>
                <a:path h="8630290" w="8773862">
                  <a:moveTo>
                    <a:pt x="0" y="0"/>
                  </a:moveTo>
                  <a:lnTo>
                    <a:pt x="8773862" y="0"/>
                  </a:lnTo>
                  <a:lnTo>
                    <a:pt x="8773862" y="8630290"/>
                  </a:lnTo>
                  <a:lnTo>
                    <a:pt x="0" y="86302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8" id="8"/>
            <p:cNvGrpSpPr/>
            <p:nvPr/>
          </p:nvGrpSpPr>
          <p:grpSpPr>
            <a:xfrm rot="-218294">
              <a:off x="1250048" y="1268979"/>
              <a:ext cx="6881243" cy="7331462"/>
              <a:chOff x="0" y="0"/>
              <a:chExt cx="1166413" cy="124272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-926" y="-1335"/>
                <a:ext cx="1166754" cy="1240925"/>
              </a:xfrm>
              <a:custGeom>
                <a:avLst/>
                <a:gdLst/>
                <a:ahLst/>
                <a:cxnLst/>
                <a:rect r="r" b="b" t="t" l="l"/>
                <a:pathLst>
                  <a:path h="1240925" w="1166754">
                    <a:moveTo>
                      <a:pt x="1166715" y="1098136"/>
                    </a:moveTo>
                    <a:cubicBezTo>
                      <a:pt x="1166091" y="788239"/>
                      <a:pt x="1158606" y="369289"/>
                      <a:pt x="1158606" y="60176"/>
                    </a:cubicBezTo>
                    <a:cubicBezTo>
                      <a:pt x="1158606" y="55469"/>
                      <a:pt x="1159230" y="50762"/>
                      <a:pt x="1159230" y="46839"/>
                    </a:cubicBezTo>
                    <a:cubicBezTo>
                      <a:pt x="1158606" y="46054"/>
                      <a:pt x="1157983" y="46054"/>
                      <a:pt x="1157359" y="45270"/>
                    </a:cubicBezTo>
                    <a:cubicBezTo>
                      <a:pt x="1157359" y="45270"/>
                      <a:pt x="1156735" y="46054"/>
                      <a:pt x="1156735" y="46839"/>
                    </a:cubicBezTo>
                    <a:cubicBezTo>
                      <a:pt x="1155488" y="50762"/>
                      <a:pt x="1152993" y="50762"/>
                      <a:pt x="1150498" y="50762"/>
                    </a:cubicBezTo>
                    <a:cubicBezTo>
                      <a:pt x="1147379" y="49977"/>
                      <a:pt x="1144260" y="46054"/>
                      <a:pt x="1140518" y="47623"/>
                    </a:cubicBezTo>
                    <a:cubicBezTo>
                      <a:pt x="1139270" y="48408"/>
                      <a:pt x="1136775" y="46839"/>
                      <a:pt x="1136151" y="45270"/>
                    </a:cubicBezTo>
                    <a:cubicBezTo>
                      <a:pt x="1134280" y="42132"/>
                      <a:pt x="1131785" y="42132"/>
                      <a:pt x="1129290" y="43701"/>
                    </a:cubicBezTo>
                    <a:cubicBezTo>
                      <a:pt x="1128043" y="44485"/>
                      <a:pt x="1126795" y="43701"/>
                      <a:pt x="1125548" y="43701"/>
                    </a:cubicBezTo>
                    <a:cubicBezTo>
                      <a:pt x="1123676" y="43701"/>
                      <a:pt x="1121181" y="42916"/>
                      <a:pt x="1119310" y="42132"/>
                    </a:cubicBezTo>
                    <a:cubicBezTo>
                      <a:pt x="1118686" y="42132"/>
                      <a:pt x="1117439" y="41347"/>
                      <a:pt x="1116815" y="41347"/>
                    </a:cubicBezTo>
                    <a:cubicBezTo>
                      <a:pt x="1114944" y="40563"/>
                      <a:pt x="1113073" y="38209"/>
                      <a:pt x="1111201" y="41347"/>
                    </a:cubicBezTo>
                    <a:cubicBezTo>
                      <a:pt x="1111201" y="41347"/>
                      <a:pt x="1109954" y="41347"/>
                      <a:pt x="1109330" y="40563"/>
                    </a:cubicBezTo>
                    <a:cubicBezTo>
                      <a:pt x="1108706" y="38993"/>
                      <a:pt x="1108083" y="36640"/>
                      <a:pt x="1107459" y="35071"/>
                    </a:cubicBezTo>
                    <a:cubicBezTo>
                      <a:pt x="1106211" y="32717"/>
                      <a:pt x="1106211" y="28794"/>
                      <a:pt x="1104340" y="27225"/>
                    </a:cubicBezTo>
                    <a:cubicBezTo>
                      <a:pt x="1103093" y="26441"/>
                      <a:pt x="1102469" y="25656"/>
                      <a:pt x="1101845" y="24087"/>
                    </a:cubicBezTo>
                    <a:cubicBezTo>
                      <a:pt x="1101845" y="23302"/>
                      <a:pt x="1100598" y="22518"/>
                      <a:pt x="1100598" y="21733"/>
                    </a:cubicBezTo>
                    <a:lnTo>
                      <a:pt x="1098726" y="19380"/>
                    </a:lnTo>
                    <a:cubicBezTo>
                      <a:pt x="1098103" y="17811"/>
                      <a:pt x="1097479" y="15457"/>
                      <a:pt x="1096231" y="14672"/>
                    </a:cubicBezTo>
                    <a:cubicBezTo>
                      <a:pt x="1093736" y="12319"/>
                      <a:pt x="1093113" y="9181"/>
                      <a:pt x="1094360" y="5258"/>
                    </a:cubicBezTo>
                    <a:cubicBezTo>
                      <a:pt x="1092489" y="4473"/>
                      <a:pt x="1091241" y="2904"/>
                      <a:pt x="1089370" y="2904"/>
                    </a:cubicBezTo>
                    <a:cubicBezTo>
                      <a:pt x="1081885" y="3689"/>
                      <a:pt x="1073776" y="5258"/>
                      <a:pt x="1066291" y="6042"/>
                    </a:cubicBezTo>
                    <a:cubicBezTo>
                      <a:pt x="1065044" y="6042"/>
                      <a:pt x="1063172" y="6827"/>
                      <a:pt x="1062549" y="7611"/>
                    </a:cubicBezTo>
                    <a:cubicBezTo>
                      <a:pt x="1057559" y="11534"/>
                      <a:pt x="1052569" y="8396"/>
                      <a:pt x="1047579" y="7611"/>
                    </a:cubicBezTo>
                    <a:cubicBezTo>
                      <a:pt x="1043836" y="7611"/>
                      <a:pt x="1040094" y="5258"/>
                      <a:pt x="1036351" y="4473"/>
                    </a:cubicBezTo>
                    <a:cubicBezTo>
                      <a:pt x="1031985" y="3689"/>
                      <a:pt x="1028243" y="4473"/>
                      <a:pt x="1023876" y="3689"/>
                    </a:cubicBezTo>
                    <a:cubicBezTo>
                      <a:pt x="1023253" y="3689"/>
                      <a:pt x="1022629" y="2904"/>
                      <a:pt x="1022005" y="2120"/>
                    </a:cubicBezTo>
                    <a:cubicBezTo>
                      <a:pt x="1020758" y="-1205"/>
                      <a:pt x="1018263" y="65"/>
                      <a:pt x="1017015" y="1335"/>
                    </a:cubicBezTo>
                    <a:cubicBezTo>
                      <a:pt x="1015144" y="2904"/>
                      <a:pt x="1014520" y="5258"/>
                      <a:pt x="1013273" y="7611"/>
                    </a:cubicBezTo>
                    <a:cubicBezTo>
                      <a:pt x="1010154" y="8396"/>
                      <a:pt x="1005788" y="9181"/>
                      <a:pt x="1002669" y="11534"/>
                    </a:cubicBezTo>
                    <a:cubicBezTo>
                      <a:pt x="1000174" y="13103"/>
                      <a:pt x="998926" y="13888"/>
                      <a:pt x="997055" y="12319"/>
                    </a:cubicBezTo>
                    <a:lnTo>
                      <a:pt x="996431" y="13103"/>
                    </a:lnTo>
                    <a:cubicBezTo>
                      <a:pt x="997679" y="14672"/>
                      <a:pt x="998303" y="17026"/>
                      <a:pt x="999550" y="18595"/>
                    </a:cubicBezTo>
                    <a:cubicBezTo>
                      <a:pt x="997679" y="19380"/>
                      <a:pt x="995184" y="20949"/>
                      <a:pt x="993936" y="20164"/>
                    </a:cubicBezTo>
                    <a:cubicBezTo>
                      <a:pt x="990818" y="19380"/>
                      <a:pt x="989570" y="20949"/>
                      <a:pt x="987075" y="22518"/>
                    </a:cubicBezTo>
                    <a:cubicBezTo>
                      <a:pt x="984580" y="24872"/>
                      <a:pt x="981461" y="26441"/>
                      <a:pt x="978966" y="28010"/>
                    </a:cubicBezTo>
                    <a:cubicBezTo>
                      <a:pt x="978343" y="28010"/>
                      <a:pt x="977719" y="28010"/>
                      <a:pt x="977095" y="27225"/>
                    </a:cubicBezTo>
                    <a:cubicBezTo>
                      <a:pt x="976471" y="27225"/>
                      <a:pt x="975847" y="26441"/>
                      <a:pt x="975847" y="26441"/>
                    </a:cubicBezTo>
                    <a:cubicBezTo>
                      <a:pt x="972729" y="28010"/>
                      <a:pt x="969610" y="29579"/>
                      <a:pt x="966491" y="28010"/>
                    </a:cubicBezTo>
                    <a:cubicBezTo>
                      <a:pt x="965868" y="28010"/>
                      <a:pt x="965868" y="28794"/>
                      <a:pt x="965244" y="28794"/>
                    </a:cubicBezTo>
                    <a:cubicBezTo>
                      <a:pt x="961501" y="30363"/>
                      <a:pt x="959006" y="35855"/>
                      <a:pt x="954016" y="35855"/>
                    </a:cubicBezTo>
                    <a:cubicBezTo>
                      <a:pt x="950274" y="35855"/>
                      <a:pt x="946531" y="39778"/>
                      <a:pt x="942789" y="39778"/>
                    </a:cubicBezTo>
                    <a:cubicBezTo>
                      <a:pt x="938422" y="40563"/>
                      <a:pt x="934680" y="42132"/>
                      <a:pt x="930937" y="44485"/>
                    </a:cubicBezTo>
                    <a:cubicBezTo>
                      <a:pt x="929690" y="45270"/>
                      <a:pt x="928443" y="45270"/>
                      <a:pt x="927819" y="45270"/>
                    </a:cubicBezTo>
                    <a:cubicBezTo>
                      <a:pt x="924700" y="43701"/>
                      <a:pt x="922829" y="46054"/>
                      <a:pt x="921581" y="48408"/>
                    </a:cubicBezTo>
                    <a:cubicBezTo>
                      <a:pt x="918463" y="53900"/>
                      <a:pt x="913472" y="55469"/>
                      <a:pt x="909106" y="57038"/>
                    </a:cubicBezTo>
                    <a:cubicBezTo>
                      <a:pt x="903493" y="58607"/>
                      <a:pt x="897879" y="59392"/>
                      <a:pt x="892265" y="60176"/>
                    </a:cubicBezTo>
                    <a:cubicBezTo>
                      <a:pt x="891641" y="60176"/>
                      <a:pt x="891018" y="62530"/>
                      <a:pt x="889770" y="63314"/>
                    </a:cubicBezTo>
                    <a:cubicBezTo>
                      <a:pt x="889146" y="63314"/>
                      <a:pt x="888523" y="62530"/>
                      <a:pt x="888523" y="62530"/>
                    </a:cubicBezTo>
                    <a:cubicBezTo>
                      <a:pt x="885404" y="67237"/>
                      <a:pt x="883532" y="74298"/>
                      <a:pt x="877295" y="73514"/>
                    </a:cubicBezTo>
                    <a:lnTo>
                      <a:pt x="876671" y="73514"/>
                    </a:lnTo>
                    <a:cubicBezTo>
                      <a:pt x="871681" y="77436"/>
                      <a:pt x="866691" y="75867"/>
                      <a:pt x="862325" y="74298"/>
                    </a:cubicBezTo>
                    <a:cubicBezTo>
                      <a:pt x="861077" y="74298"/>
                      <a:pt x="859206" y="72729"/>
                      <a:pt x="858583" y="71160"/>
                    </a:cubicBezTo>
                    <a:cubicBezTo>
                      <a:pt x="856711" y="66453"/>
                      <a:pt x="851721" y="64884"/>
                      <a:pt x="847979" y="66453"/>
                    </a:cubicBezTo>
                    <a:cubicBezTo>
                      <a:pt x="844860" y="68022"/>
                      <a:pt x="841741" y="68806"/>
                      <a:pt x="838622" y="70375"/>
                    </a:cubicBezTo>
                    <a:cubicBezTo>
                      <a:pt x="833633" y="71945"/>
                      <a:pt x="829266" y="72729"/>
                      <a:pt x="824276" y="69591"/>
                    </a:cubicBezTo>
                    <a:cubicBezTo>
                      <a:pt x="819286" y="66453"/>
                      <a:pt x="815544" y="68806"/>
                      <a:pt x="813049" y="75867"/>
                    </a:cubicBezTo>
                    <a:cubicBezTo>
                      <a:pt x="811177" y="80575"/>
                      <a:pt x="806187" y="81359"/>
                      <a:pt x="803069" y="77436"/>
                    </a:cubicBezTo>
                    <a:cubicBezTo>
                      <a:pt x="801197" y="75083"/>
                      <a:pt x="799950" y="75867"/>
                      <a:pt x="798079" y="77436"/>
                    </a:cubicBezTo>
                    <a:lnTo>
                      <a:pt x="794336" y="82144"/>
                    </a:lnTo>
                    <a:cubicBezTo>
                      <a:pt x="793712" y="82928"/>
                      <a:pt x="792465" y="82928"/>
                      <a:pt x="791841" y="82928"/>
                    </a:cubicBezTo>
                    <a:lnTo>
                      <a:pt x="788099" y="82928"/>
                    </a:lnTo>
                    <a:cubicBezTo>
                      <a:pt x="785604" y="82928"/>
                      <a:pt x="783109" y="82144"/>
                      <a:pt x="780614" y="81359"/>
                    </a:cubicBezTo>
                    <a:cubicBezTo>
                      <a:pt x="777495" y="80575"/>
                      <a:pt x="775000" y="78221"/>
                      <a:pt x="771881" y="77436"/>
                    </a:cubicBezTo>
                    <a:cubicBezTo>
                      <a:pt x="766891" y="76652"/>
                      <a:pt x="765644" y="71160"/>
                      <a:pt x="763772" y="67237"/>
                    </a:cubicBezTo>
                    <a:cubicBezTo>
                      <a:pt x="762525" y="64884"/>
                      <a:pt x="760030" y="61745"/>
                      <a:pt x="757535" y="62530"/>
                    </a:cubicBezTo>
                    <a:cubicBezTo>
                      <a:pt x="755040" y="64099"/>
                      <a:pt x="752545" y="62530"/>
                      <a:pt x="750674" y="61745"/>
                    </a:cubicBezTo>
                    <a:cubicBezTo>
                      <a:pt x="750050" y="61745"/>
                      <a:pt x="748802" y="60961"/>
                      <a:pt x="748179" y="60961"/>
                    </a:cubicBezTo>
                    <a:cubicBezTo>
                      <a:pt x="743812" y="59392"/>
                      <a:pt x="740694" y="62530"/>
                      <a:pt x="737575" y="66453"/>
                    </a:cubicBezTo>
                    <a:lnTo>
                      <a:pt x="735080" y="69591"/>
                    </a:lnTo>
                    <a:cubicBezTo>
                      <a:pt x="734456" y="70375"/>
                      <a:pt x="734456" y="71945"/>
                      <a:pt x="733832" y="72729"/>
                    </a:cubicBezTo>
                    <a:cubicBezTo>
                      <a:pt x="730090" y="76652"/>
                      <a:pt x="726347" y="75083"/>
                      <a:pt x="721981" y="72729"/>
                    </a:cubicBezTo>
                    <a:cubicBezTo>
                      <a:pt x="718239" y="70375"/>
                      <a:pt x="713872" y="72729"/>
                      <a:pt x="712625" y="77436"/>
                    </a:cubicBezTo>
                    <a:cubicBezTo>
                      <a:pt x="712001" y="80575"/>
                      <a:pt x="711377" y="82928"/>
                      <a:pt x="708259" y="84497"/>
                    </a:cubicBezTo>
                    <a:cubicBezTo>
                      <a:pt x="705140" y="86851"/>
                      <a:pt x="701397" y="88420"/>
                      <a:pt x="700774" y="93912"/>
                    </a:cubicBezTo>
                    <a:cubicBezTo>
                      <a:pt x="700774" y="94696"/>
                      <a:pt x="700150" y="95481"/>
                      <a:pt x="699526" y="95481"/>
                    </a:cubicBezTo>
                    <a:cubicBezTo>
                      <a:pt x="697655" y="96266"/>
                      <a:pt x="696407" y="97050"/>
                      <a:pt x="694536" y="97835"/>
                    </a:cubicBezTo>
                    <a:lnTo>
                      <a:pt x="688922" y="97835"/>
                    </a:lnTo>
                    <a:cubicBezTo>
                      <a:pt x="685180" y="97050"/>
                      <a:pt x="681437" y="95481"/>
                      <a:pt x="677695" y="94696"/>
                    </a:cubicBezTo>
                    <a:cubicBezTo>
                      <a:pt x="673329" y="93912"/>
                      <a:pt x="669586" y="97050"/>
                      <a:pt x="665220" y="97835"/>
                    </a:cubicBezTo>
                    <a:lnTo>
                      <a:pt x="664596" y="98619"/>
                    </a:lnTo>
                    <a:cubicBezTo>
                      <a:pt x="663349" y="100973"/>
                      <a:pt x="661477" y="100188"/>
                      <a:pt x="660230" y="98619"/>
                    </a:cubicBezTo>
                    <a:cubicBezTo>
                      <a:pt x="657735" y="95481"/>
                      <a:pt x="653369" y="94696"/>
                      <a:pt x="650250" y="96266"/>
                    </a:cubicBezTo>
                    <a:cubicBezTo>
                      <a:pt x="646507" y="98619"/>
                      <a:pt x="642765" y="100188"/>
                      <a:pt x="639022" y="101757"/>
                    </a:cubicBezTo>
                    <a:cubicBezTo>
                      <a:pt x="637775" y="101757"/>
                      <a:pt x="636527" y="100973"/>
                      <a:pt x="635904" y="100973"/>
                    </a:cubicBezTo>
                    <a:cubicBezTo>
                      <a:pt x="634656" y="100973"/>
                      <a:pt x="632785" y="100188"/>
                      <a:pt x="632161" y="100973"/>
                    </a:cubicBezTo>
                    <a:cubicBezTo>
                      <a:pt x="627171" y="105680"/>
                      <a:pt x="622181" y="104111"/>
                      <a:pt x="617815" y="100973"/>
                    </a:cubicBezTo>
                    <a:cubicBezTo>
                      <a:pt x="615320" y="99404"/>
                      <a:pt x="611577" y="97835"/>
                      <a:pt x="610330" y="93127"/>
                    </a:cubicBezTo>
                    <a:cubicBezTo>
                      <a:pt x="609706" y="89989"/>
                      <a:pt x="607211" y="86851"/>
                      <a:pt x="605340" y="84497"/>
                    </a:cubicBezTo>
                    <a:cubicBezTo>
                      <a:pt x="602221" y="80575"/>
                      <a:pt x="599102" y="75083"/>
                      <a:pt x="593489" y="75083"/>
                    </a:cubicBezTo>
                    <a:cubicBezTo>
                      <a:pt x="592241" y="75083"/>
                      <a:pt x="590994" y="71945"/>
                      <a:pt x="590370" y="72729"/>
                    </a:cubicBezTo>
                    <a:cubicBezTo>
                      <a:pt x="587875" y="73514"/>
                      <a:pt x="587875" y="71945"/>
                      <a:pt x="586627" y="70375"/>
                    </a:cubicBezTo>
                    <a:cubicBezTo>
                      <a:pt x="585380" y="68806"/>
                      <a:pt x="583509" y="67237"/>
                      <a:pt x="582261" y="64884"/>
                    </a:cubicBezTo>
                    <a:cubicBezTo>
                      <a:pt x="580390" y="61745"/>
                      <a:pt x="578519" y="57823"/>
                      <a:pt x="576647" y="54684"/>
                    </a:cubicBezTo>
                    <a:cubicBezTo>
                      <a:pt x="574776" y="51546"/>
                      <a:pt x="573529" y="47623"/>
                      <a:pt x="571657" y="44485"/>
                    </a:cubicBezTo>
                    <a:cubicBezTo>
                      <a:pt x="571034" y="43701"/>
                      <a:pt x="569162" y="42916"/>
                      <a:pt x="568539" y="43701"/>
                    </a:cubicBezTo>
                    <a:lnTo>
                      <a:pt x="561054" y="48408"/>
                    </a:lnTo>
                    <a:cubicBezTo>
                      <a:pt x="559806" y="49193"/>
                      <a:pt x="559182" y="50762"/>
                      <a:pt x="558559" y="52331"/>
                    </a:cubicBezTo>
                    <a:lnTo>
                      <a:pt x="557935" y="51546"/>
                    </a:lnTo>
                    <a:cubicBezTo>
                      <a:pt x="558559" y="49193"/>
                      <a:pt x="559182" y="46839"/>
                      <a:pt x="559806" y="46054"/>
                    </a:cubicBezTo>
                    <a:lnTo>
                      <a:pt x="552321" y="43701"/>
                    </a:lnTo>
                    <a:cubicBezTo>
                      <a:pt x="550450" y="42916"/>
                      <a:pt x="547331" y="42916"/>
                      <a:pt x="546084" y="42916"/>
                    </a:cubicBezTo>
                    <a:lnTo>
                      <a:pt x="536104" y="42916"/>
                    </a:lnTo>
                    <a:cubicBezTo>
                      <a:pt x="532361" y="42916"/>
                      <a:pt x="529242" y="42132"/>
                      <a:pt x="525500" y="42916"/>
                    </a:cubicBezTo>
                    <a:cubicBezTo>
                      <a:pt x="523005" y="43701"/>
                      <a:pt x="521134" y="42132"/>
                      <a:pt x="519262" y="40563"/>
                    </a:cubicBezTo>
                    <a:cubicBezTo>
                      <a:pt x="514272" y="35855"/>
                      <a:pt x="509282" y="30363"/>
                      <a:pt x="502421" y="32717"/>
                    </a:cubicBezTo>
                    <a:cubicBezTo>
                      <a:pt x="501797" y="32717"/>
                      <a:pt x="500550" y="31932"/>
                      <a:pt x="499926" y="31148"/>
                    </a:cubicBezTo>
                    <a:cubicBezTo>
                      <a:pt x="498055" y="30363"/>
                      <a:pt x="496807" y="28794"/>
                      <a:pt x="494312" y="27225"/>
                    </a:cubicBezTo>
                    <a:cubicBezTo>
                      <a:pt x="494312" y="29579"/>
                      <a:pt x="494312" y="30363"/>
                      <a:pt x="494936" y="31932"/>
                    </a:cubicBezTo>
                    <a:cubicBezTo>
                      <a:pt x="493689" y="33502"/>
                      <a:pt x="493065" y="32717"/>
                      <a:pt x="492441" y="31932"/>
                    </a:cubicBezTo>
                    <a:cubicBezTo>
                      <a:pt x="491817" y="32717"/>
                      <a:pt x="491194" y="34286"/>
                      <a:pt x="490570" y="34286"/>
                    </a:cubicBezTo>
                    <a:cubicBezTo>
                      <a:pt x="487451" y="35855"/>
                      <a:pt x="484332" y="36640"/>
                      <a:pt x="481214" y="38209"/>
                    </a:cubicBezTo>
                    <a:cubicBezTo>
                      <a:pt x="479966" y="38993"/>
                      <a:pt x="478719" y="39778"/>
                      <a:pt x="478095" y="40563"/>
                    </a:cubicBezTo>
                    <a:cubicBezTo>
                      <a:pt x="475600" y="42916"/>
                      <a:pt x="473729" y="46839"/>
                      <a:pt x="469362" y="46054"/>
                    </a:cubicBezTo>
                    <a:cubicBezTo>
                      <a:pt x="468739" y="46054"/>
                      <a:pt x="467491" y="47623"/>
                      <a:pt x="466244" y="47623"/>
                    </a:cubicBezTo>
                    <a:cubicBezTo>
                      <a:pt x="464996" y="48408"/>
                      <a:pt x="463125" y="48408"/>
                      <a:pt x="461877" y="49193"/>
                    </a:cubicBezTo>
                    <a:lnTo>
                      <a:pt x="460630" y="49193"/>
                    </a:lnTo>
                    <a:cubicBezTo>
                      <a:pt x="456887" y="50762"/>
                      <a:pt x="453769" y="52331"/>
                      <a:pt x="450026" y="53115"/>
                    </a:cubicBezTo>
                    <a:lnTo>
                      <a:pt x="447531" y="53115"/>
                    </a:lnTo>
                    <a:cubicBezTo>
                      <a:pt x="444412" y="53115"/>
                      <a:pt x="441917" y="52331"/>
                      <a:pt x="438799" y="52331"/>
                    </a:cubicBezTo>
                    <a:cubicBezTo>
                      <a:pt x="435680" y="52331"/>
                      <a:pt x="432561" y="53900"/>
                      <a:pt x="429442" y="53900"/>
                    </a:cubicBezTo>
                    <a:cubicBezTo>
                      <a:pt x="425700" y="53900"/>
                      <a:pt x="421334" y="53900"/>
                      <a:pt x="418215" y="50762"/>
                    </a:cubicBezTo>
                    <a:cubicBezTo>
                      <a:pt x="417591" y="49977"/>
                      <a:pt x="415720" y="49977"/>
                      <a:pt x="414472" y="50762"/>
                    </a:cubicBezTo>
                    <a:cubicBezTo>
                      <a:pt x="410106" y="51546"/>
                      <a:pt x="405740" y="52331"/>
                      <a:pt x="401997" y="53900"/>
                    </a:cubicBezTo>
                    <a:cubicBezTo>
                      <a:pt x="398255" y="55469"/>
                      <a:pt x="396384" y="53900"/>
                      <a:pt x="395136" y="49977"/>
                    </a:cubicBezTo>
                    <a:cubicBezTo>
                      <a:pt x="394512" y="48408"/>
                      <a:pt x="393265" y="46839"/>
                      <a:pt x="392017" y="45270"/>
                    </a:cubicBezTo>
                    <a:cubicBezTo>
                      <a:pt x="390146" y="43701"/>
                      <a:pt x="388275" y="41347"/>
                      <a:pt x="386404" y="41347"/>
                    </a:cubicBezTo>
                    <a:cubicBezTo>
                      <a:pt x="382037" y="41347"/>
                      <a:pt x="379542" y="38209"/>
                      <a:pt x="376424" y="35855"/>
                    </a:cubicBezTo>
                    <a:cubicBezTo>
                      <a:pt x="371434" y="31932"/>
                      <a:pt x="367067" y="27225"/>
                      <a:pt x="360830" y="28010"/>
                    </a:cubicBezTo>
                    <a:lnTo>
                      <a:pt x="360830" y="24087"/>
                    </a:lnTo>
                    <a:cubicBezTo>
                      <a:pt x="362077" y="24087"/>
                      <a:pt x="363325" y="24087"/>
                      <a:pt x="364572" y="23302"/>
                    </a:cubicBezTo>
                    <a:cubicBezTo>
                      <a:pt x="362701" y="21733"/>
                      <a:pt x="362701" y="19380"/>
                      <a:pt x="361454" y="17811"/>
                    </a:cubicBezTo>
                    <a:cubicBezTo>
                      <a:pt x="358959" y="15457"/>
                      <a:pt x="356464" y="14672"/>
                      <a:pt x="353969" y="13103"/>
                    </a:cubicBezTo>
                    <a:cubicBezTo>
                      <a:pt x="352097" y="12319"/>
                      <a:pt x="349602" y="12319"/>
                      <a:pt x="350850" y="16241"/>
                    </a:cubicBezTo>
                    <a:cubicBezTo>
                      <a:pt x="347731" y="17026"/>
                      <a:pt x="345236" y="17026"/>
                      <a:pt x="343989" y="18595"/>
                    </a:cubicBezTo>
                    <a:cubicBezTo>
                      <a:pt x="341494" y="20949"/>
                      <a:pt x="338999" y="19380"/>
                      <a:pt x="337127" y="17811"/>
                    </a:cubicBezTo>
                    <a:cubicBezTo>
                      <a:pt x="335880" y="17026"/>
                      <a:pt x="334632" y="16241"/>
                      <a:pt x="333385" y="17026"/>
                    </a:cubicBezTo>
                    <a:cubicBezTo>
                      <a:pt x="325900" y="21733"/>
                      <a:pt x="318415" y="19380"/>
                      <a:pt x="310930" y="19380"/>
                    </a:cubicBezTo>
                    <a:cubicBezTo>
                      <a:pt x="309682" y="19380"/>
                      <a:pt x="308435" y="18595"/>
                      <a:pt x="306564" y="18595"/>
                    </a:cubicBezTo>
                    <a:cubicBezTo>
                      <a:pt x="304069" y="17811"/>
                      <a:pt x="302197" y="16241"/>
                      <a:pt x="299702" y="15457"/>
                    </a:cubicBezTo>
                    <a:cubicBezTo>
                      <a:pt x="297207" y="14672"/>
                      <a:pt x="294089" y="13888"/>
                      <a:pt x="291594" y="13103"/>
                    </a:cubicBezTo>
                    <a:lnTo>
                      <a:pt x="289722" y="13103"/>
                    </a:lnTo>
                    <a:cubicBezTo>
                      <a:pt x="285356" y="13103"/>
                      <a:pt x="280990" y="13888"/>
                      <a:pt x="277247" y="13888"/>
                    </a:cubicBezTo>
                    <a:cubicBezTo>
                      <a:pt x="274129" y="13888"/>
                      <a:pt x="271010" y="12319"/>
                      <a:pt x="267267" y="11534"/>
                    </a:cubicBezTo>
                    <a:cubicBezTo>
                      <a:pt x="266644" y="5258"/>
                      <a:pt x="261654" y="6827"/>
                      <a:pt x="258535" y="3689"/>
                    </a:cubicBezTo>
                    <a:cubicBezTo>
                      <a:pt x="257911" y="2904"/>
                      <a:pt x="256664" y="3689"/>
                      <a:pt x="256040" y="3689"/>
                    </a:cubicBezTo>
                    <a:cubicBezTo>
                      <a:pt x="252297" y="2904"/>
                      <a:pt x="249802" y="5258"/>
                      <a:pt x="248555" y="9181"/>
                    </a:cubicBezTo>
                    <a:cubicBezTo>
                      <a:pt x="246684" y="13103"/>
                      <a:pt x="241694" y="14672"/>
                      <a:pt x="243565" y="20949"/>
                    </a:cubicBezTo>
                    <a:cubicBezTo>
                      <a:pt x="244189" y="21733"/>
                      <a:pt x="245436" y="22518"/>
                      <a:pt x="246060" y="24087"/>
                    </a:cubicBezTo>
                    <a:cubicBezTo>
                      <a:pt x="246060" y="26441"/>
                      <a:pt x="245436" y="28010"/>
                      <a:pt x="243565" y="27225"/>
                    </a:cubicBezTo>
                    <a:cubicBezTo>
                      <a:pt x="242941" y="27225"/>
                      <a:pt x="242317" y="28794"/>
                      <a:pt x="241694" y="29579"/>
                    </a:cubicBezTo>
                    <a:cubicBezTo>
                      <a:pt x="241070" y="30363"/>
                      <a:pt x="241070" y="31932"/>
                      <a:pt x="240446" y="31932"/>
                    </a:cubicBezTo>
                    <a:cubicBezTo>
                      <a:pt x="236704" y="33502"/>
                      <a:pt x="234209" y="37424"/>
                      <a:pt x="229842" y="36640"/>
                    </a:cubicBezTo>
                    <a:lnTo>
                      <a:pt x="228595" y="36640"/>
                    </a:lnTo>
                    <a:cubicBezTo>
                      <a:pt x="224852" y="40563"/>
                      <a:pt x="221110" y="39778"/>
                      <a:pt x="216744" y="38993"/>
                    </a:cubicBezTo>
                    <a:cubicBezTo>
                      <a:pt x="214872" y="38209"/>
                      <a:pt x="212377" y="38993"/>
                      <a:pt x="209882" y="38993"/>
                    </a:cubicBezTo>
                    <a:cubicBezTo>
                      <a:pt x="208011" y="38993"/>
                      <a:pt x="206140" y="38993"/>
                      <a:pt x="204269" y="37424"/>
                    </a:cubicBezTo>
                    <a:cubicBezTo>
                      <a:pt x="201774" y="35855"/>
                      <a:pt x="199279" y="33502"/>
                      <a:pt x="196784" y="31932"/>
                    </a:cubicBezTo>
                    <a:cubicBezTo>
                      <a:pt x="194289" y="30363"/>
                      <a:pt x="191170" y="30363"/>
                      <a:pt x="191170" y="24872"/>
                    </a:cubicBezTo>
                    <a:cubicBezTo>
                      <a:pt x="191170" y="24087"/>
                      <a:pt x="189922" y="23302"/>
                      <a:pt x="189922" y="22518"/>
                    </a:cubicBezTo>
                    <a:cubicBezTo>
                      <a:pt x="185556" y="27225"/>
                      <a:pt x="181814" y="31148"/>
                      <a:pt x="178071" y="35071"/>
                    </a:cubicBezTo>
                    <a:cubicBezTo>
                      <a:pt x="176200" y="37424"/>
                      <a:pt x="173705" y="40563"/>
                      <a:pt x="174952" y="44485"/>
                    </a:cubicBezTo>
                    <a:cubicBezTo>
                      <a:pt x="174952" y="45270"/>
                      <a:pt x="174329" y="46054"/>
                      <a:pt x="174329" y="46839"/>
                    </a:cubicBezTo>
                    <a:cubicBezTo>
                      <a:pt x="173705" y="48408"/>
                      <a:pt x="173081" y="49977"/>
                      <a:pt x="171834" y="50762"/>
                    </a:cubicBezTo>
                    <a:cubicBezTo>
                      <a:pt x="170586" y="53115"/>
                      <a:pt x="169339" y="55469"/>
                      <a:pt x="168091" y="58607"/>
                    </a:cubicBezTo>
                    <a:lnTo>
                      <a:pt x="164349" y="63314"/>
                    </a:lnTo>
                    <a:cubicBezTo>
                      <a:pt x="163101" y="65668"/>
                      <a:pt x="161854" y="68022"/>
                      <a:pt x="159982" y="69591"/>
                    </a:cubicBezTo>
                    <a:cubicBezTo>
                      <a:pt x="155616" y="74298"/>
                      <a:pt x="151250" y="79005"/>
                      <a:pt x="146260" y="83713"/>
                    </a:cubicBezTo>
                    <a:cubicBezTo>
                      <a:pt x="143765" y="86851"/>
                      <a:pt x="140646" y="89205"/>
                      <a:pt x="138151" y="92343"/>
                    </a:cubicBezTo>
                    <a:cubicBezTo>
                      <a:pt x="133785" y="97050"/>
                      <a:pt x="128795" y="100973"/>
                      <a:pt x="126300" y="108034"/>
                    </a:cubicBezTo>
                    <a:cubicBezTo>
                      <a:pt x="126300" y="108818"/>
                      <a:pt x="125052" y="109603"/>
                      <a:pt x="124429" y="110388"/>
                    </a:cubicBezTo>
                    <a:cubicBezTo>
                      <a:pt x="121310" y="113526"/>
                      <a:pt x="116320" y="113526"/>
                      <a:pt x="116320" y="119802"/>
                    </a:cubicBezTo>
                    <a:cubicBezTo>
                      <a:pt x="111330" y="119802"/>
                      <a:pt x="108835" y="124509"/>
                      <a:pt x="106340" y="128432"/>
                    </a:cubicBezTo>
                    <a:cubicBezTo>
                      <a:pt x="104468" y="131570"/>
                      <a:pt x="102597" y="135493"/>
                      <a:pt x="100102" y="137847"/>
                    </a:cubicBezTo>
                    <a:cubicBezTo>
                      <a:pt x="97607" y="139416"/>
                      <a:pt x="94488" y="138631"/>
                      <a:pt x="91370" y="138631"/>
                    </a:cubicBezTo>
                    <a:cubicBezTo>
                      <a:pt x="90122" y="138631"/>
                      <a:pt x="88875" y="138631"/>
                      <a:pt x="88875" y="139416"/>
                    </a:cubicBezTo>
                    <a:cubicBezTo>
                      <a:pt x="86380" y="142554"/>
                      <a:pt x="83261" y="144908"/>
                      <a:pt x="81390" y="148830"/>
                    </a:cubicBezTo>
                    <a:cubicBezTo>
                      <a:pt x="79518" y="152753"/>
                      <a:pt x="77647" y="155107"/>
                      <a:pt x="74528" y="155891"/>
                    </a:cubicBezTo>
                    <a:cubicBezTo>
                      <a:pt x="71410" y="156676"/>
                      <a:pt x="68291" y="160599"/>
                      <a:pt x="63925" y="158245"/>
                    </a:cubicBezTo>
                    <a:cubicBezTo>
                      <a:pt x="60182" y="156676"/>
                      <a:pt x="55816" y="158245"/>
                      <a:pt x="53321" y="155107"/>
                    </a:cubicBezTo>
                    <a:cubicBezTo>
                      <a:pt x="48331" y="155891"/>
                      <a:pt x="44588" y="157461"/>
                      <a:pt x="40222" y="158245"/>
                    </a:cubicBezTo>
                    <a:cubicBezTo>
                      <a:pt x="35232" y="159814"/>
                      <a:pt x="29618" y="159030"/>
                      <a:pt x="25252" y="163737"/>
                    </a:cubicBezTo>
                    <a:cubicBezTo>
                      <a:pt x="21510" y="167660"/>
                      <a:pt x="18391" y="171582"/>
                      <a:pt x="12777" y="170798"/>
                    </a:cubicBezTo>
                    <a:cubicBezTo>
                      <a:pt x="13401" y="175505"/>
                      <a:pt x="14025" y="179428"/>
                      <a:pt x="14648" y="184135"/>
                    </a:cubicBezTo>
                    <a:cubicBezTo>
                      <a:pt x="15896" y="196688"/>
                      <a:pt x="17143" y="209241"/>
                      <a:pt x="17767" y="221794"/>
                    </a:cubicBezTo>
                    <a:cubicBezTo>
                      <a:pt x="19638" y="237485"/>
                      <a:pt x="20262" y="252391"/>
                      <a:pt x="19015" y="267298"/>
                    </a:cubicBezTo>
                    <a:cubicBezTo>
                      <a:pt x="17767" y="288480"/>
                      <a:pt x="12153" y="1013405"/>
                      <a:pt x="6540" y="1033019"/>
                    </a:cubicBezTo>
                    <a:lnTo>
                      <a:pt x="926" y="1049494"/>
                    </a:lnTo>
                    <a:cubicBezTo>
                      <a:pt x="-1614" y="1053417"/>
                      <a:pt x="1550" y="1055771"/>
                      <a:pt x="4668" y="1056555"/>
                    </a:cubicBezTo>
                    <a:cubicBezTo>
                      <a:pt x="8411" y="1057340"/>
                      <a:pt x="9658" y="1060478"/>
                      <a:pt x="10906" y="1064401"/>
                    </a:cubicBezTo>
                    <a:cubicBezTo>
                      <a:pt x="12153" y="1070677"/>
                      <a:pt x="10282" y="1076954"/>
                      <a:pt x="12777" y="1083230"/>
                    </a:cubicBezTo>
                    <a:cubicBezTo>
                      <a:pt x="14025" y="1086368"/>
                      <a:pt x="12777" y="1091860"/>
                      <a:pt x="12153" y="1096567"/>
                    </a:cubicBezTo>
                    <a:cubicBezTo>
                      <a:pt x="11530" y="1102844"/>
                      <a:pt x="12777" y="1109120"/>
                      <a:pt x="14648" y="1114612"/>
                    </a:cubicBezTo>
                    <a:cubicBezTo>
                      <a:pt x="19015" y="1124027"/>
                      <a:pt x="19638" y="1135010"/>
                      <a:pt x="19638" y="1145209"/>
                    </a:cubicBezTo>
                    <a:cubicBezTo>
                      <a:pt x="19638" y="1147563"/>
                      <a:pt x="20262" y="1149917"/>
                      <a:pt x="20886" y="1151486"/>
                    </a:cubicBezTo>
                    <a:cubicBezTo>
                      <a:pt x="22133" y="1153055"/>
                      <a:pt x="24628" y="1154624"/>
                      <a:pt x="27123" y="1155409"/>
                    </a:cubicBezTo>
                    <a:lnTo>
                      <a:pt x="42093" y="1164823"/>
                    </a:lnTo>
                    <a:cubicBezTo>
                      <a:pt x="48955" y="1169530"/>
                      <a:pt x="54568" y="1168746"/>
                      <a:pt x="60806" y="1163254"/>
                    </a:cubicBezTo>
                    <a:cubicBezTo>
                      <a:pt x="61430" y="1162469"/>
                      <a:pt x="63301" y="1161685"/>
                      <a:pt x="63925" y="1161685"/>
                    </a:cubicBezTo>
                    <a:cubicBezTo>
                      <a:pt x="68291" y="1162469"/>
                      <a:pt x="72657" y="1162469"/>
                      <a:pt x="76400" y="1167177"/>
                    </a:cubicBezTo>
                    <a:cubicBezTo>
                      <a:pt x="80766" y="1171884"/>
                      <a:pt x="87003" y="1175022"/>
                      <a:pt x="91993" y="1178945"/>
                    </a:cubicBezTo>
                    <a:cubicBezTo>
                      <a:pt x="95112" y="1181299"/>
                      <a:pt x="98855" y="1184437"/>
                      <a:pt x="100726" y="1187575"/>
                    </a:cubicBezTo>
                    <a:cubicBezTo>
                      <a:pt x="101973" y="1189144"/>
                      <a:pt x="103221" y="1190713"/>
                      <a:pt x="104468" y="1191498"/>
                    </a:cubicBezTo>
                    <a:cubicBezTo>
                      <a:pt x="111330" y="1194636"/>
                      <a:pt x="115072" y="1202482"/>
                      <a:pt x="119438" y="1208758"/>
                    </a:cubicBezTo>
                    <a:cubicBezTo>
                      <a:pt x="123181" y="1214250"/>
                      <a:pt x="128171" y="1217388"/>
                      <a:pt x="133785" y="1218173"/>
                    </a:cubicBezTo>
                    <a:cubicBezTo>
                      <a:pt x="140022" y="1219742"/>
                      <a:pt x="146260" y="1220526"/>
                      <a:pt x="152497" y="1222095"/>
                    </a:cubicBezTo>
                    <a:cubicBezTo>
                      <a:pt x="154992" y="1222880"/>
                      <a:pt x="158111" y="1223664"/>
                      <a:pt x="160606" y="1225233"/>
                    </a:cubicBezTo>
                    <a:cubicBezTo>
                      <a:pt x="163725" y="1226803"/>
                      <a:pt x="166844" y="1226803"/>
                      <a:pt x="169339" y="1229156"/>
                    </a:cubicBezTo>
                    <a:cubicBezTo>
                      <a:pt x="173081" y="1233079"/>
                      <a:pt x="176824" y="1235433"/>
                      <a:pt x="181814" y="1233864"/>
                    </a:cubicBezTo>
                    <a:cubicBezTo>
                      <a:pt x="183685" y="1233079"/>
                      <a:pt x="186180" y="1234648"/>
                      <a:pt x="188051" y="1235433"/>
                    </a:cubicBezTo>
                    <a:cubicBezTo>
                      <a:pt x="188675" y="1235433"/>
                      <a:pt x="189299" y="1236217"/>
                      <a:pt x="189922" y="1236217"/>
                    </a:cubicBezTo>
                    <a:cubicBezTo>
                      <a:pt x="196784" y="1237002"/>
                      <a:pt x="203021" y="1235433"/>
                      <a:pt x="209259" y="1233864"/>
                    </a:cubicBezTo>
                    <a:cubicBezTo>
                      <a:pt x="211754" y="1233079"/>
                      <a:pt x="214249" y="1232294"/>
                      <a:pt x="216744" y="1230725"/>
                    </a:cubicBezTo>
                    <a:cubicBezTo>
                      <a:pt x="223605" y="1226803"/>
                      <a:pt x="230466" y="1222880"/>
                      <a:pt x="236704" y="1218173"/>
                    </a:cubicBezTo>
                    <a:cubicBezTo>
                      <a:pt x="241070" y="1215034"/>
                      <a:pt x="245436" y="1211896"/>
                      <a:pt x="250426" y="1215034"/>
                    </a:cubicBezTo>
                    <a:lnTo>
                      <a:pt x="252921" y="1215034"/>
                    </a:lnTo>
                    <a:cubicBezTo>
                      <a:pt x="257287" y="1215034"/>
                      <a:pt x="261654" y="1214250"/>
                      <a:pt x="265396" y="1213465"/>
                    </a:cubicBezTo>
                    <a:cubicBezTo>
                      <a:pt x="266020" y="1213465"/>
                      <a:pt x="267267" y="1213465"/>
                      <a:pt x="267267" y="1212681"/>
                    </a:cubicBezTo>
                    <a:cubicBezTo>
                      <a:pt x="269139" y="1209542"/>
                      <a:pt x="272257" y="1209542"/>
                      <a:pt x="275376" y="1208758"/>
                    </a:cubicBezTo>
                    <a:cubicBezTo>
                      <a:pt x="280366" y="1207973"/>
                      <a:pt x="285356" y="1207973"/>
                      <a:pt x="289099" y="1204051"/>
                    </a:cubicBezTo>
                    <a:cubicBezTo>
                      <a:pt x="292841" y="1200912"/>
                      <a:pt x="296584" y="1200128"/>
                      <a:pt x="300950" y="1199343"/>
                    </a:cubicBezTo>
                    <a:cubicBezTo>
                      <a:pt x="301574" y="1199343"/>
                      <a:pt x="302821" y="1198559"/>
                      <a:pt x="303445" y="1198559"/>
                    </a:cubicBezTo>
                    <a:cubicBezTo>
                      <a:pt x="306564" y="1197774"/>
                      <a:pt x="309682" y="1195421"/>
                      <a:pt x="312177" y="1196205"/>
                    </a:cubicBezTo>
                    <a:cubicBezTo>
                      <a:pt x="317791" y="1197774"/>
                      <a:pt x="320286" y="1195421"/>
                      <a:pt x="324029" y="1189144"/>
                    </a:cubicBezTo>
                    <a:cubicBezTo>
                      <a:pt x="324652" y="1187575"/>
                      <a:pt x="326524" y="1186791"/>
                      <a:pt x="327771" y="1186006"/>
                    </a:cubicBezTo>
                    <a:cubicBezTo>
                      <a:pt x="330890" y="1185221"/>
                      <a:pt x="334009" y="1186006"/>
                      <a:pt x="337127" y="1185221"/>
                    </a:cubicBezTo>
                    <a:cubicBezTo>
                      <a:pt x="338999" y="1185221"/>
                      <a:pt x="340870" y="1182868"/>
                      <a:pt x="342117" y="1182868"/>
                    </a:cubicBezTo>
                    <a:cubicBezTo>
                      <a:pt x="347107" y="1183652"/>
                      <a:pt x="352721" y="1181299"/>
                      <a:pt x="357087" y="1185221"/>
                    </a:cubicBezTo>
                    <a:cubicBezTo>
                      <a:pt x="357711" y="1186006"/>
                      <a:pt x="358959" y="1186006"/>
                      <a:pt x="360206" y="1186006"/>
                    </a:cubicBezTo>
                    <a:cubicBezTo>
                      <a:pt x="368315" y="1186791"/>
                      <a:pt x="375176" y="1189929"/>
                      <a:pt x="380790" y="1196205"/>
                    </a:cubicBezTo>
                    <a:cubicBezTo>
                      <a:pt x="382661" y="1198559"/>
                      <a:pt x="385156" y="1200128"/>
                      <a:pt x="387027" y="1201697"/>
                    </a:cubicBezTo>
                    <a:cubicBezTo>
                      <a:pt x="388899" y="1203266"/>
                      <a:pt x="391394" y="1203266"/>
                      <a:pt x="393265" y="1204051"/>
                    </a:cubicBezTo>
                    <a:cubicBezTo>
                      <a:pt x="395136" y="1204835"/>
                      <a:pt x="396384" y="1205620"/>
                      <a:pt x="398255" y="1205620"/>
                    </a:cubicBezTo>
                    <a:cubicBezTo>
                      <a:pt x="401374" y="1205620"/>
                      <a:pt x="403869" y="1207189"/>
                      <a:pt x="405740" y="1210327"/>
                    </a:cubicBezTo>
                    <a:cubicBezTo>
                      <a:pt x="406364" y="1211112"/>
                      <a:pt x="406987" y="1211896"/>
                      <a:pt x="407611" y="1213465"/>
                    </a:cubicBezTo>
                    <a:cubicBezTo>
                      <a:pt x="406987" y="1215819"/>
                      <a:pt x="410730" y="1222095"/>
                      <a:pt x="413225" y="1222095"/>
                    </a:cubicBezTo>
                    <a:cubicBezTo>
                      <a:pt x="417591" y="1222095"/>
                      <a:pt x="421957" y="1223664"/>
                      <a:pt x="425700" y="1227587"/>
                    </a:cubicBezTo>
                    <a:cubicBezTo>
                      <a:pt x="426324" y="1228372"/>
                      <a:pt x="427571" y="1228372"/>
                      <a:pt x="428819" y="1227587"/>
                    </a:cubicBezTo>
                    <a:cubicBezTo>
                      <a:pt x="430690" y="1226803"/>
                      <a:pt x="431937" y="1226803"/>
                      <a:pt x="433185" y="1229156"/>
                    </a:cubicBezTo>
                    <a:cubicBezTo>
                      <a:pt x="433809" y="1229941"/>
                      <a:pt x="436304" y="1229941"/>
                      <a:pt x="437551" y="1229941"/>
                    </a:cubicBezTo>
                    <a:cubicBezTo>
                      <a:pt x="440670" y="1229941"/>
                      <a:pt x="444412" y="1229156"/>
                      <a:pt x="447531" y="1229941"/>
                    </a:cubicBezTo>
                    <a:cubicBezTo>
                      <a:pt x="453145" y="1230725"/>
                      <a:pt x="458135" y="1231510"/>
                      <a:pt x="463749" y="1233079"/>
                    </a:cubicBezTo>
                    <a:cubicBezTo>
                      <a:pt x="464996" y="1233079"/>
                      <a:pt x="466244" y="1233864"/>
                      <a:pt x="466867" y="1234648"/>
                    </a:cubicBezTo>
                    <a:cubicBezTo>
                      <a:pt x="468115" y="1238571"/>
                      <a:pt x="471234" y="1238571"/>
                      <a:pt x="473105" y="1239355"/>
                    </a:cubicBezTo>
                    <a:cubicBezTo>
                      <a:pt x="474976" y="1240140"/>
                      <a:pt x="477471" y="1240924"/>
                      <a:pt x="478719" y="1240924"/>
                    </a:cubicBezTo>
                    <a:cubicBezTo>
                      <a:pt x="479342" y="1240140"/>
                      <a:pt x="480590" y="1239355"/>
                      <a:pt x="481837" y="1237786"/>
                    </a:cubicBezTo>
                    <a:cubicBezTo>
                      <a:pt x="479342" y="1237786"/>
                      <a:pt x="478095" y="1238571"/>
                      <a:pt x="476847" y="1238571"/>
                    </a:cubicBezTo>
                    <a:cubicBezTo>
                      <a:pt x="479342" y="1234648"/>
                      <a:pt x="481837" y="1233864"/>
                      <a:pt x="484956" y="1236217"/>
                    </a:cubicBezTo>
                    <a:cubicBezTo>
                      <a:pt x="488699" y="1240140"/>
                      <a:pt x="491817" y="1240140"/>
                      <a:pt x="496184" y="1236217"/>
                    </a:cubicBezTo>
                    <a:lnTo>
                      <a:pt x="499926" y="1233864"/>
                    </a:lnTo>
                    <a:lnTo>
                      <a:pt x="499926" y="1229941"/>
                    </a:lnTo>
                    <a:cubicBezTo>
                      <a:pt x="501797" y="1230725"/>
                      <a:pt x="503669" y="1232294"/>
                      <a:pt x="504916" y="1232294"/>
                    </a:cubicBezTo>
                    <a:cubicBezTo>
                      <a:pt x="508659" y="1229941"/>
                      <a:pt x="512401" y="1227587"/>
                      <a:pt x="515520" y="1224449"/>
                    </a:cubicBezTo>
                    <a:cubicBezTo>
                      <a:pt x="519262" y="1221311"/>
                      <a:pt x="522381" y="1217388"/>
                      <a:pt x="525500" y="1214250"/>
                    </a:cubicBezTo>
                    <a:cubicBezTo>
                      <a:pt x="526124" y="1214250"/>
                      <a:pt x="526124" y="1213465"/>
                      <a:pt x="526747" y="1213465"/>
                    </a:cubicBezTo>
                    <a:cubicBezTo>
                      <a:pt x="531114" y="1211896"/>
                      <a:pt x="534856" y="1211112"/>
                      <a:pt x="539222" y="1209542"/>
                    </a:cubicBezTo>
                    <a:cubicBezTo>
                      <a:pt x="541717" y="1208758"/>
                      <a:pt x="543589" y="1207189"/>
                      <a:pt x="546084" y="1206404"/>
                    </a:cubicBezTo>
                    <a:cubicBezTo>
                      <a:pt x="547955" y="1205620"/>
                      <a:pt x="549202" y="1205620"/>
                      <a:pt x="551074" y="1204835"/>
                    </a:cubicBezTo>
                    <a:lnTo>
                      <a:pt x="557311" y="1204835"/>
                    </a:lnTo>
                    <a:cubicBezTo>
                      <a:pt x="558559" y="1204835"/>
                      <a:pt x="560430" y="1204835"/>
                      <a:pt x="561677" y="1204051"/>
                    </a:cubicBezTo>
                    <a:cubicBezTo>
                      <a:pt x="562301" y="1202482"/>
                      <a:pt x="563549" y="1200128"/>
                      <a:pt x="564172" y="1200128"/>
                    </a:cubicBezTo>
                    <a:cubicBezTo>
                      <a:pt x="566044" y="1200128"/>
                      <a:pt x="567291" y="1201697"/>
                      <a:pt x="569162" y="1202482"/>
                    </a:cubicBezTo>
                    <a:cubicBezTo>
                      <a:pt x="569786" y="1202482"/>
                      <a:pt x="569786" y="1203266"/>
                      <a:pt x="569786" y="1204051"/>
                    </a:cubicBezTo>
                    <a:cubicBezTo>
                      <a:pt x="572281" y="1207189"/>
                      <a:pt x="574152" y="1211112"/>
                      <a:pt x="576647" y="1214250"/>
                    </a:cubicBezTo>
                    <a:cubicBezTo>
                      <a:pt x="579766" y="1218173"/>
                      <a:pt x="582885" y="1218173"/>
                      <a:pt x="584756" y="1215819"/>
                    </a:cubicBezTo>
                    <a:cubicBezTo>
                      <a:pt x="587875" y="1212681"/>
                      <a:pt x="590370" y="1210327"/>
                      <a:pt x="594736" y="1211896"/>
                    </a:cubicBezTo>
                    <a:cubicBezTo>
                      <a:pt x="595360" y="1211896"/>
                      <a:pt x="596607" y="1212681"/>
                      <a:pt x="597231" y="1211896"/>
                    </a:cubicBezTo>
                    <a:cubicBezTo>
                      <a:pt x="600350" y="1210327"/>
                      <a:pt x="604092" y="1208758"/>
                      <a:pt x="607211" y="1206404"/>
                    </a:cubicBezTo>
                    <a:cubicBezTo>
                      <a:pt x="609082" y="1205620"/>
                      <a:pt x="611577" y="1205620"/>
                      <a:pt x="612201" y="1204051"/>
                    </a:cubicBezTo>
                    <a:cubicBezTo>
                      <a:pt x="614072" y="1199343"/>
                      <a:pt x="617191" y="1196990"/>
                      <a:pt x="620310" y="1193851"/>
                    </a:cubicBezTo>
                    <a:cubicBezTo>
                      <a:pt x="622181" y="1191498"/>
                      <a:pt x="624052" y="1188360"/>
                      <a:pt x="625924" y="1187575"/>
                    </a:cubicBezTo>
                    <a:cubicBezTo>
                      <a:pt x="630290" y="1186006"/>
                      <a:pt x="633409" y="1181299"/>
                      <a:pt x="637151" y="1178160"/>
                    </a:cubicBezTo>
                    <a:cubicBezTo>
                      <a:pt x="640270" y="1175807"/>
                      <a:pt x="642141" y="1171100"/>
                      <a:pt x="645260" y="1170315"/>
                    </a:cubicBezTo>
                    <a:cubicBezTo>
                      <a:pt x="650250" y="1168746"/>
                      <a:pt x="653992" y="1164823"/>
                      <a:pt x="658359" y="1160900"/>
                    </a:cubicBezTo>
                    <a:cubicBezTo>
                      <a:pt x="660854" y="1158547"/>
                      <a:pt x="663972" y="1156978"/>
                      <a:pt x="667091" y="1157762"/>
                    </a:cubicBezTo>
                    <a:cubicBezTo>
                      <a:pt x="668962" y="1158547"/>
                      <a:pt x="671457" y="1157762"/>
                      <a:pt x="672705" y="1156978"/>
                    </a:cubicBezTo>
                    <a:cubicBezTo>
                      <a:pt x="675200" y="1155409"/>
                      <a:pt x="677695" y="1153055"/>
                      <a:pt x="680190" y="1151486"/>
                    </a:cubicBezTo>
                    <a:cubicBezTo>
                      <a:pt x="682061" y="1149917"/>
                      <a:pt x="683932" y="1148348"/>
                      <a:pt x="685804" y="1148348"/>
                    </a:cubicBezTo>
                    <a:cubicBezTo>
                      <a:pt x="692041" y="1147563"/>
                      <a:pt x="697031" y="1145994"/>
                      <a:pt x="700150" y="1138148"/>
                    </a:cubicBezTo>
                    <a:cubicBezTo>
                      <a:pt x="701397" y="1135010"/>
                      <a:pt x="707635" y="1131087"/>
                      <a:pt x="710130" y="1132657"/>
                    </a:cubicBezTo>
                    <a:cubicBezTo>
                      <a:pt x="714496" y="1135010"/>
                      <a:pt x="717615" y="1133441"/>
                      <a:pt x="720110" y="1128734"/>
                    </a:cubicBezTo>
                    <a:cubicBezTo>
                      <a:pt x="721981" y="1126380"/>
                      <a:pt x="724476" y="1127165"/>
                      <a:pt x="726347" y="1128734"/>
                    </a:cubicBezTo>
                    <a:cubicBezTo>
                      <a:pt x="727595" y="1130303"/>
                      <a:pt x="728842" y="1131087"/>
                      <a:pt x="730090" y="1131087"/>
                    </a:cubicBezTo>
                    <a:cubicBezTo>
                      <a:pt x="734456" y="1131872"/>
                      <a:pt x="739446" y="1131087"/>
                      <a:pt x="743812" y="1131872"/>
                    </a:cubicBezTo>
                    <a:cubicBezTo>
                      <a:pt x="747555" y="1132657"/>
                      <a:pt x="751297" y="1131087"/>
                      <a:pt x="753792" y="1127949"/>
                    </a:cubicBezTo>
                    <a:cubicBezTo>
                      <a:pt x="756287" y="1124811"/>
                      <a:pt x="758159" y="1124811"/>
                      <a:pt x="761901" y="1126380"/>
                    </a:cubicBezTo>
                    <a:cubicBezTo>
                      <a:pt x="765020" y="1127949"/>
                      <a:pt x="767515" y="1131872"/>
                      <a:pt x="771881" y="1131087"/>
                    </a:cubicBezTo>
                    <a:cubicBezTo>
                      <a:pt x="775624" y="1130303"/>
                      <a:pt x="779990" y="1132657"/>
                      <a:pt x="784356" y="1130303"/>
                    </a:cubicBezTo>
                    <a:lnTo>
                      <a:pt x="786851" y="1130303"/>
                    </a:lnTo>
                    <a:cubicBezTo>
                      <a:pt x="790594" y="1131872"/>
                      <a:pt x="794336" y="1132657"/>
                      <a:pt x="797455" y="1136579"/>
                    </a:cubicBezTo>
                    <a:cubicBezTo>
                      <a:pt x="801197" y="1140502"/>
                      <a:pt x="801821" y="1111474"/>
                      <a:pt x="805564" y="1114612"/>
                    </a:cubicBezTo>
                    <a:cubicBezTo>
                      <a:pt x="811177" y="1119319"/>
                      <a:pt x="809930" y="1114612"/>
                      <a:pt x="815544" y="1118535"/>
                    </a:cubicBezTo>
                    <a:cubicBezTo>
                      <a:pt x="819910" y="1120888"/>
                      <a:pt x="818039" y="1112258"/>
                      <a:pt x="823029" y="1113827"/>
                    </a:cubicBezTo>
                    <a:cubicBezTo>
                      <a:pt x="823653" y="1113827"/>
                      <a:pt x="831137" y="1120104"/>
                      <a:pt x="831137" y="1119319"/>
                    </a:cubicBezTo>
                    <a:cubicBezTo>
                      <a:pt x="834256" y="1116966"/>
                      <a:pt x="837375" y="1093429"/>
                      <a:pt x="840494" y="1094214"/>
                    </a:cubicBezTo>
                    <a:cubicBezTo>
                      <a:pt x="846731" y="1096567"/>
                      <a:pt x="852345" y="1094998"/>
                      <a:pt x="857959" y="1091860"/>
                    </a:cubicBezTo>
                    <a:cubicBezTo>
                      <a:pt x="861077" y="1090291"/>
                      <a:pt x="866067" y="1084799"/>
                      <a:pt x="868562" y="1087153"/>
                    </a:cubicBezTo>
                    <a:cubicBezTo>
                      <a:pt x="872929" y="1091075"/>
                      <a:pt x="877295" y="1092645"/>
                      <a:pt x="882285" y="1093429"/>
                    </a:cubicBezTo>
                    <a:cubicBezTo>
                      <a:pt x="882909" y="1093429"/>
                      <a:pt x="883532" y="1094214"/>
                      <a:pt x="884156" y="1094998"/>
                    </a:cubicBezTo>
                    <a:cubicBezTo>
                      <a:pt x="886027" y="1098136"/>
                      <a:pt x="894760" y="1089506"/>
                      <a:pt x="896631" y="1092645"/>
                    </a:cubicBezTo>
                    <a:cubicBezTo>
                      <a:pt x="899126" y="1097352"/>
                      <a:pt x="901621" y="1102059"/>
                      <a:pt x="904116" y="1105982"/>
                    </a:cubicBezTo>
                    <a:cubicBezTo>
                      <a:pt x="905364" y="1107551"/>
                      <a:pt x="907235" y="1108336"/>
                      <a:pt x="907859" y="1109905"/>
                    </a:cubicBezTo>
                    <a:cubicBezTo>
                      <a:pt x="908483" y="1113827"/>
                      <a:pt x="909730" y="1115396"/>
                      <a:pt x="912849" y="1115396"/>
                    </a:cubicBezTo>
                    <a:cubicBezTo>
                      <a:pt x="914720" y="1115396"/>
                      <a:pt x="916591" y="1116181"/>
                      <a:pt x="917839" y="1117750"/>
                    </a:cubicBezTo>
                    <a:cubicBezTo>
                      <a:pt x="920958" y="1120104"/>
                      <a:pt x="923453" y="1122457"/>
                      <a:pt x="925947" y="1124811"/>
                    </a:cubicBezTo>
                    <a:cubicBezTo>
                      <a:pt x="929066" y="1127165"/>
                      <a:pt x="932185" y="1129518"/>
                      <a:pt x="933433" y="1133441"/>
                    </a:cubicBezTo>
                    <a:cubicBezTo>
                      <a:pt x="934056" y="1135010"/>
                      <a:pt x="934680" y="1135795"/>
                      <a:pt x="935304" y="1136579"/>
                    </a:cubicBezTo>
                    <a:cubicBezTo>
                      <a:pt x="937799" y="1139718"/>
                      <a:pt x="940294" y="1142071"/>
                      <a:pt x="942789" y="1145209"/>
                    </a:cubicBezTo>
                    <a:cubicBezTo>
                      <a:pt x="946531" y="1149132"/>
                      <a:pt x="949650" y="1153839"/>
                      <a:pt x="953393" y="1157762"/>
                    </a:cubicBezTo>
                    <a:cubicBezTo>
                      <a:pt x="954640" y="1158547"/>
                      <a:pt x="955887" y="1160116"/>
                      <a:pt x="957135" y="1160900"/>
                    </a:cubicBezTo>
                    <a:cubicBezTo>
                      <a:pt x="959630" y="1162469"/>
                      <a:pt x="962125" y="1164039"/>
                      <a:pt x="963996" y="1166392"/>
                    </a:cubicBezTo>
                    <a:cubicBezTo>
                      <a:pt x="965868" y="1168746"/>
                      <a:pt x="974600" y="1154624"/>
                      <a:pt x="975847" y="1157762"/>
                    </a:cubicBezTo>
                    <a:cubicBezTo>
                      <a:pt x="975847" y="1158547"/>
                      <a:pt x="976471" y="1158547"/>
                      <a:pt x="977095" y="1158547"/>
                    </a:cubicBezTo>
                    <a:cubicBezTo>
                      <a:pt x="980838" y="1162469"/>
                      <a:pt x="984580" y="1160900"/>
                      <a:pt x="988323" y="1159331"/>
                    </a:cubicBezTo>
                    <a:cubicBezTo>
                      <a:pt x="989570" y="1158547"/>
                      <a:pt x="990818" y="1157762"/>
                      <a:pt x="991441" y="1158547"/>
                    </a:cubicBezTo>
                    <a:cubicBezTo>
                      <a:pt x="995808" y="1160900"/>
                      <a:pt x="998926" y="1166392"/>
                      <a:pt x="1004540" y="1167177"/>
                    </a:cubicBezTo>
                    <a:cubicBezTo>
                      <a:pt x="1004540" y="1167177"/>
                      <a:pt x="1005164" y="1167177"/>
                      <a:pt x="1005164" y="1167961"/>
                    </a:cubicBezTo>
                    <a:cubicBezTo>
                      <a:pt x="1006411" y="1172669"/>
                      <a:pt x="1010154" y="1172669"/>
                      <a:pt x="1013273" y="1173453"/>
                    </a:cubicBezTo>
                    <a:cubicBezTo>
                      <a:pt x="1015144" y="1173453"/>
                      <a:pt x="1017015" y="1174238"/>
                      <a:pt x="1018263" y="1175022"/>
                    </a:cubicBezTo>
                    <a:cubicBezTo>
                      <a:pt x="1022005" y="1177376"/>
                      <a:pt x="1025748" y="1180514"/>
                      <a:pt x="1030114" y="1182083"/>
                    </a:cubicBezTo>
                    <a:cubicBezTo>
                      <a:pt x="1035728" y="1184437"/>
                      <a:pt x="1041341" y="1186006"/>
                      <a:pt x="1045708" y="1189929"/>
                    </a:cubicBezTo>
                    <a:cubicBezTo>
                      <a:pt x="1046331" y="1189929"/>
                      <a:pt x="1046955" y="1189929"/>
                      <a:pt x="1046955" y="1190713"/>
                    </a:cubicBezTo>
                    <a:cubicBezTo>
                      <a:pt x="1048826" y="1192282"/>
                      <a:pt x="1051945" y="1193067"/>
                      <a:pt x="1053193" y="1195421"/>
                    </a:cubicBezTo>
                    <a:cubicBezTo>
                      <a:pt x="1055064" y="1200128"/>
                      <a:pt x="1060054" y="1199343"/>
                      <a:pt x="1062549" y="1203266"/>
                    </a:cubicBezTo>
                    <a:lnTo>
                      <a:pt x="1063172" y="1203266"/>
                    </a:lnTo>
                    <a:cubicBezTo>
                      <a:pt x="1065668" y="1203266"/>
                      <a:pt x="1068163" y="1204051"/>
                      <a:pt x="1071281" y="1204051"/>
                    </a:cubicBezTo>
                    <a:cubicBezTo>
                      <a:pt x="1072529" y="1203266"/>
                      <a:pt x="1074400" y="1201697"/>
                      <a:pt x="1075648" y="1201697"/>
                    </a:cubicBezTo>
                    <a:cubicBezTo>
                      <a:pt x="1081261" y="1204051"/>
                      <a:pt x="1086875" y="1204051"/>
                      <a:pt x="1090618" y="1197774"/>
                    </a:cubicBezTo>
                    <a:cubicBezTo>
                      <a:pt x="1091241" y="1196990"/>
                      <a:pt x="1092489" y="1196990"/>
                      <a:pt x="1093736" y="1196990"/>
                    </a:cubicBezTo>
                    <a:lnTo>
                      <a:pt x="1098726" y="1196990"/>
                    </a:lnTo>
                    <a:cubicBezTo>
                      <a:pt x="1104340" y="1195421"/>
                      <a:pt x="1109330" y="1193851"/>
                      <a:pt x="1114944" y="1193067"/>
                    </a:cubicBezTo>
                    <a:cubicBezTo>
                      <a:pt x="1117439" y="1192282"/>
                      <a:pt x="1120558" y="1193851"/>
                      <a:pt x="1123053" y="1194636"/>
                    </a:cubicBezTo>
                    <a:cubicBezTo>
                      <a:pt x="1125548" y="1195421"/>
                      <a:pt x="1128043" y="1195421"/>
                      <a:pt x="1130538" y="1195421"/>
                    </a:cubicBezTo>
                    <a:cubicBezTo>
                      <a:pt x="1133656" y="1195421"/>
                      <a:pt x="1136151" y="1193851"/>
                      <a:pt x="1139270" y="1193851"/>
                    </a:cubicBezTo>
                    <a:cubicBezTo>
                      <a:pt x="1141765" y="1193067"/>
                      <a:pt x="1144884" y="1193067"/>
                      <a:pt x="1147379" y="1192282"/>
                    </a:cubicBezTo>
                    <a:cubicBezTo>
                      <a:pt x="1152993" y="1190713"/>
                      <a:pt x="1157983" y="1189144"/>
                      <a:pt x="1163596" y="1188360"/>
                    </a:cubicBezTo>
                    <a:cubicBezTo>
                      <a:pt x="1167339" y="1161685"/>
                      <a:pt x="1166715" y="1130303"/>
                      <a:pt x="1166715" y="1098136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30269" t="0" r="-30269" b="0"/>
                </a:stretch>
              </a:blipFill>
            </p:spPr>
          </p:sp>
        </p:grpSp>
        <p:sp>
          <p:nvSpPr>
            <p:cNvPr name="Freeform 10" id="10"/>
            <p:cNvSpPr/>
            <p:nvPr/>
          </p:nvSpPr>
          <p:spPr>
            <a:xfrm flipH="false" flipV="false" rot="-5710010">
              <a:off x="257012" y="473818"/>
              <a:ext cx="2377559" cy="2688393"/>
            </a:xfrm>
            <a:custGeom>
              <a:avLst/>
              <a:gdLst/>
              <a:ahLst/>
              <a:cxnLst/>
              <a:rect r="r" b="b" t="t" l="l"/>
              <a:pathLst>
                <a:path h="2688393" w="2377559">
                  <a:moveTo>
                    <a:pt x="0" y="0"/>
                  </a:moveTo>
                  <a:lnTo>
                    <a:pt x="2377559" y="0"/>
                  </a:lnTo>
                  <a:lnTo>
                    <a:pt x="2377559" y="2688393"/>
                  </a:lnTo>
                  <a:lnTo>
                    <a:pt x="0" y="2688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9028" t="0" r="0" b="-22102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0773178" y="1860708"/>
            <a:ext cx="6486122" cy="1736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199"/>
              </a:lnSpc>
              <a:spcBef>
                <a:spcPct val="0"/>
              </a:spcBef>
            </a:pPr>
            <a:r>
              <a:rPr lang="en-US" sz="9999">
                <a:solidFill>
                  <a:srgbClr val="343439"/>
                </a:solidFill>
                <a:latin typeface="Rogue"/>
                <a:ea typeface="Rogue"/>
                <a:cs typeface="Rogue"/>
                <a:sym typeface="Rogue"/>
              </a:rPr>
              <a:t>Career advice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73178" y="3784658"/>
            <a:ext cx="6676888" cy="388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20"/>
              </a:lnSpc>
              <a:buFont typeface="Arial"/>
              <a:buChar char="•"/>
            </a:pPr>
            <a:r>
              <a:rPr lang="en-US" sz="20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Take every opportunity you can</a:t>
            </a:r>
          </a:p>
          <a:p>
            <a:pPr algn="l" marL="431801" indent="-215900" lvl="1">
              <a:lnSpc>
                <a:spcPts val="2820"/>
              </a:lnSpc>
              <a:buFont typeface="Arial"/>
              <a:buChar char="•"/>
            </a:pPr>
            <a:r>
              <a:rPr lang="en-US" sz="20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Don’t let denial stop you</a:t>
            </a:r>
          </a:p>
          <a:p>
            <a:pPr algn="l" marL="863601" indent="-287867" lvl="2">
              <a:lnSpc>
                <a:spcPts val="2820"/>
              </a:lnSpc>
              <a:buFont typeface="Arial"/>
              <a:buChar char="⚬"/>
            </a:pPr>
            <a:r>
              <a:rPr lang="en-US" sz="20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Solicit feedback from interviews</a:t>
            </a:r>
          </a:p>
          <a:p>
            <a:pPr algn="l" marL="863601" indent="-287867" lvl="2">
              <a:lnSpc>
                <a:spcPts val="2820"/>
              </a:lnSpc>
              <a:buFont typeface="Arial"/>
              <a:buChar char="⚬"/>
            </a:pPr>
            <a:r>
              <a:rPr lang="en-US" sz="20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Stay in contact with the recruiter</a:t>
            </a:r>
          </a:p>
          <a:p>
            <a:pPr algn="l" marL="431801" indent="-215900" lvl="1">
              <a:lnSpc>
                <a:spcPts val="2820"/>
              </a:lnSpc>
              <a:buFont typeface="Arial"/>
              <a:buChar char="•"/>
            </a:pPr>
            <a:r>
              <a:rPr lang="en-US" sz="20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Personal project show passion</a:t>
            </a:r>
          </a:p>
          <a:p>
            <a:pPr algn="l" marL="863601" indent="-287867" lvl="2">
              <a:lnSpc>
                <a:spcPts val="2820"/>
              </a:lnSpc>
              <a:buFont typeface="Arial"/>
              <a:buChar char="⚬"/>
            </a:pPr>
            <a:r>
              <a:rPr lang="en-US" sz="20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Free cloud credits + trials</a:t>
            </a:r>
          </a:p>
          <a:p>
            <a:pPr algn="l" marL="1295402" indent="-323850" lvl="3">
              <a:lnSpc>
                <a:spcPts val="2820"/>
              </a:lnSpc>
              <a:buFont typeface="Arial"/>
              <a:buChar char="￭"/>
            </a:pPr>
            <a:r>
              <a:rPr lang="en-US" sz="20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Google cloud, Splunk, Wazuh</a:t>
            </a:r>
          </a:p>
          <a:p>
            <a:pPr algn="l" marL="863601" indent="-287867" lvl="2">
              <a:lnSpc>
                <a:spcPts val="2820"/>
              </a:lnSpc>
              <a:buFont typeface="Arial"/>
              <a:buChar char="⚬"/>
            </a:pPr>
            <a:r>
              <a:rPr lang="en-US" sz="20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Learning platforms</a:t>
            </a:r>
          </a:p>
          <a:p>
            <a:pPr algn="l" marL="431801" indent="-215900" lvl="1">
              <a:lnSpc>
                <a:spcPts val="2820"/>
              </a:lnSpc>
              <a:buFont typeface="Arial"/>
              <a:buChar char="•"/>
            </a:pPr>
            <a:r>
              <a:rPr lang="en-US" sz="20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Network</a:t>
            </a:r>
          </a:p>
          <a:p>
            <a:pPr algn="l" marL="863601" indent="-287867" lvl="2">
              <a:lnSpc>
                <a:spcPts val="2820"/>
              </a:lnSpc>
              <a:buFont typeface="Arial"/>
              <a:buChar char="⚬"/>
            </a:pPr>
            <a:r>
              <a:rPr lang="en-US" sz="20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Reach out too me if you need any help! </a:t>
            </a:r>
          </a:p>
          <a:p>
            <a:pPr algn="l" marL="863601" indent="-287867" lvl="2">
              <a:lnSpc>
                <a:spcPts val="2820"/>
              </a:lnSpc>
              <a:buFont typeface="Arial"/>
              <a:buChar char="⚬"/>
            </a:pPr>
            <a:r>
              <a:rPr lang="en-US" sz="2000">
                <a:solidFill>
                  <a:srgbClr val="343439"/>
                </a:solidFill>
                <a:latin typeface="Courier Prime"/>
                <a:ea typeface="Courier Prime"/>
                <a:cs typeface="Courier Prime"/>
                <a:sym typeface="Courier Prime"/>
              </a:rPr>
              <a:t>My linkedin is on github!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478" t="0" r="-1614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663773" y="952570"/>
            <a:ext cx="12960453" cy="8381861"/>
            <a:chOff x="0" y="0"/>
            <a:chExt cx="17280604" cy="11175815"/>
          </a:xfrm>
        </p:grpSpPr>
        <p:sp>
          <p:nvSpPr>
            <p:cNvPr name="Freeform 4" id="4"/>
            <p:cNvSpPr/>
            <p:nvPr/>
          </p:nvSpPr>
          <p:spPr>
            <a:xfrm flipH="false" flipV="false" rot="-10800000">
              <a:off x="0" y="5384745"/>
              <a:ext cx="17280604" cy="5791070"/>
            </a:xfrm>
            <a:custGeom>
              <a:avLst/>
              <a:gdLst/>
              <a:ahLst/>
              <a:cxnLst/>
              <a:rect r="r" b="b" t="t" l="l"/>
              <a:pathLst>
                <a:path h="5791070" w="17280604">
                  <a:moveTo>
                    <a:pt x="0" y="0"/>
                  </a:moveTo>
                  <a:lnTo>
                    <a:pt x="17280604" y="0"/>
                  </a:lnTo>
                  <a:lnTo>
                    <a:pt x="17280604" y="5791070"/>
                  </a:lnTo>
                  <a:lnTo>
                    <a:pt x="0" y="5791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90" r="0" b="-122381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-10800000">
              <a:off x="0" y="0"/>
              <a:ext cx="17280604" cy="5791070"/>
            </a:xfrm>
            <a:custGeom>
              <a:avLst/>
              <a:gdLst/>
              <a:ahLst/>
              <a:cxnLst/>
              <a:rect r="r" b="b" t="t" l="l"/>
              <a:pathLst>
                <a:path h="5791070" w="17280604">
                  <a:moveTo>
                    <a:pt x="0" y="0"/>
                  </a:moveTo>
                  <a:lnTo>
                    <a:pt x="17280604" y="0"/>
                  </a:lnTo>
                  <a:lnTo>
                    <a:pt x="17280604" y="5791070"/>
                  </a:lnTo>
                  <a:lnTo>
                    <a:pt x="0" y="5791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4071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77723" y="1860648"/>
            <a:ext cx="16732553" cy="5627787"/>
            <a:chOff x="0" y="0"/>
            <a:chExt cx="22310071" cy="75037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1156833" y="0"/>
              <a:ext cx="11153238" cy="7503716"/>
            </a:xfrm>
            <a:custGeom>
              <a:avLst/>
              <a:gdLst/>
              <a:ahLst/>
              <a:cxnLst/>
              <a:rect r="r" b="b" t="t" l="l"/>
              <a:pathLst>
                <a:path h="7503716" w="11153238">
                  <a:moveTo>
                    <a:pt x="0" y="0"/>
                  </a:moveTo>
                  <a:lnTo>
                    <a:pt x="11153238" y="0"/>
                  </a:lnTo>
                  <a:lnTo>
                    <a:pt x="11153238" y="7503716"/>
                  </a:lnTo>
                  <a:lnTo>
                    <a:pt x="0" y="7503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0502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0" y="0"/>
              <a:ext cx="11156833" cy="7503716"/>
            </a:xfrm>
            <a:custGeom>
              <a:avLst/>
              <a:gdLst/>
              <a:ahLst/>
              <a:cxnLst/>
              <a:rect r="r" b="b" t="t" l="l"/>
              <a:pathLst>
                <a:path h="7503716" w="11156833">
                  <a:moveTo>
                    <a:pt x="11156833" y="0"/>
                  </a:moveTo>
                  <a:lnTo>
                    <a:pt x="0" y="0"/>
                  </a:lnTo>
                  <a:lnTo>
                    <a:pt x="0" y="7503716"/>
                  </a:lnTo>
                  <a:lnTo>
                    <a:pt x="11156833" y="7503716"/>
                  </a:lnTo>
                  <a:lnTo>
                    <a:pt x="11156833" y="0"/>
                  </a:lnTo>
                  <a:close/>
                </a:path>
              </a:pathLst>
            </a:custGeom>
            <a:blipFill>
              <a:blip r:embed="rId4"/>
              <a:stretch>
                <a:fillRect l="-80444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6047895" y="7393184"/>
            <a:ext cx="6192209" cy="665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b="true" sz="3799" u="sng">
                <a:solidFill>
                  <a:srgbClr val="343439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Have a great weekend!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37167" y="1755508"/>
            <a:ext cx="9013667" cy="498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706"/>
              </a:lnSpc>
            </a:pPr>
            <a:r>
              <a:rPr lang="en-US" sz="24076" spc="1083">
                <a:solidFill>
                  <a:srgbClr val="343439"/>
                </a:solidFill>
                <a:latin typeface="Rogue"/>
                <a:ea typeface="Rogue"/>
                <a:cs typeface="Rogue"/>
                <a:sym typeface="Rogue"/>
              </a:rPr>
              <a:t>Thanks!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DAG-KnqU3Ec</dc:identifier>
  <dcterms:modified xsi:type="dcterms:W3CDTF">2011-08-01T06:04:30Z</dcterms:modified>
  <cp:revision>1</cp:revision>
  <dc:title>Cyber Part 2 Day 1</dc:title>
</cp:coreProperties>
</file>