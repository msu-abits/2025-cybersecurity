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Horizon" charset="1" panose="02000500000000000000"/>
      <p:regular r:id="rId35"/>
    </p:embeddedFont>
    <p:embeddedFont>
      <p:font typeface="Garet" charset="1" panose="00000000000000000000"/>
      <p:regular r:id="rId36"/>
    </p:embeddedFont>
    <p:embeddedFont>
      <p:font typeface="Garet Bold" charset="1" panose="00000000000000000000"/>
      <p:regular r:id="rId37"/>
    </p:embeddedFont>
    <p:embeddedFont>
      <p:font typeface="Canva Sans" charset="1" panose="020B0503030501040103"/>
      <p:regular r:id="rId38"/>
    </p:embeddedFont>
    <p:embeddedFont>
      <p:font typeface="Canva Sans Bold" charset="1" panose="020B0803030501040103"/>
      <p:regular r:id="rId39"/>
    </p:embeddedFont>
    <p:embeddedFont>
      <p:font typeface="Arimo" charset="1" panose="020B0604020202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VAHCQywSRRM.mp4" Type="http://schemas.openxmlformats.org/officeDocument/2006/relationships/video"/><Relationship Id="rId6" Target="../media/VAHCQywSRRM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https://tinyurl.com/usitccnetwork2023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jpeg" Type="http://schemas.openxmlformats.org/officeDocument/2006/relationships/image"/><Relationship Id="rId5" Target="../media/VAHCQ07HkeQ.mp4" Type="http://schemas.openxmlformats.org/officeDocument/2006/relationships/video"/><Relationship Id="rId6" Target="../media/VAHCQ07HkeQ.mp4" Type="http://schemas.microsoft.com/office/2007/relationships/media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7.jpeg" Type="http://schemas.openxmlformats.org/officeDocument/2006/relationships/image"/><Relationship Id="rId7" Target="../media/VAHCRZO3MOQ.mp4" Type="http://schemas.openxmlformats.org/officeDocument/2006/relationships/video"/><Relationship Id="rId8" Target="../media/VAHCRZO3MOQ.mp4" Type="http://schemas.microsoft.com/office/2007/relationships/media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jpeg" Type="http://schemas.openxmlformats.org/officeDocument/2006/relationships/image"/><Relationship Id="rId5" Target="https://discord.gg/xWh9M3tMbd" TargetMode="External" Type="http://schemas.openxmlformats.org/officeDocument/2006/relationships/hyperlink"/><Relationship Id="rId6" Target="../media/image3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3066" y="14889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6913992" cy="12291542"/>
          </a:xfrm>
          <a:custGeom>
            <a:avLst/>
            <a:gdLst/>
            <a:ahLst/>
            <a:cxnLst/>
            <a:rect r="r" b="b" t="t" l="l"/>
            <a:pathLst>
              <a:path h="12291542" w="6913992">
                <a:moveTo>
                  <a:pt x="6913992" y="0"/>
                </a:moveTo>
                <a:lnTo>
                  <a:pt x="0" y="0"/>
                </a:lnTo>
                <a:lnTo>
                  <a:pt x="0" y="12291542"/>
                </a:lnTo>
                <a:lnTo>
                  <a:pt x="6913992" y="12291542"/>
                </a:lnTo>
                <a:lnTo>
                  <a:pt x="69139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4221" y="47056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144000" y="6933148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9144000" y="0"/>
                </a:moveTo>
                <a:lnTo>
                  <a:pt x="0" y="0"/>
                </a:lnTo>
                <a:lnTo>
                  <a:pt x="0" y="5081603"/>
                </a:lnTo>
                <a:lnTo>
                  <a:pt x="9144000" y="508160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30087" y="6835510"/>
            <a:ext cx="9148211" cy="3049404"/>
          </a:xfrm>
          <a:custGeom>
            <a:avLst/>
            <a:gdLst/>
            <a:ahLst/>
            <a:cxnLst/>
            <a:rect r="r" b="b" t="t" l="l"/>
            <a:pathLst>
              <a:path h="3049404" w="9148211">
                <a:moveTo>
                  <a:pt x="0" y="0"/>
                </a:moveTo>
                <a:lnTo>
                  <a:pt x="9148211" y="0"/>
                </a:lnTo>
                <a:lnTo>
                  <a:pt x="9148211" y="3049404"/>
                </a:lnTo>
                <a:lnTo>
                  <a:pt x="0" y="3049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77235" y="2244788"/>
            <a:ext cx="9419945" cy="243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4"/>
              </a:lnSpc>
            </a:pPr>
            <a:r>
              <a:rPr lang="en-US" sz="8389">
                <a:solidFill>
                  <a:srgbClr val="F3F3F7"/>
                </a:solidFill>
                <a:latin typeface="Horizon"/>
                <a:ea typeface="Horizon"/>
                <a:cs typeface="Horizon"/>
                <a:sym typeface="Horizon"/>
              </a:rPr>
              <a:t>AITC COMP TRAINING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7235" y="4822198"/>
            <a:ext cx="4940930" cy="92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509" spc="5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CYBER + NETWORKING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63075" y="3400121"/>
            <a:ext cx="9569491" cy="342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6285" indent="-303142" lvl="1">
              <a:lnSpc>
                <a:spcPts val="3931"/>
              </a:lnSpc>
              <a:buFont typeface="Arial"/>
              <a:buChar char="•"/>
            </a:pPr>
            <a:r>
              <a:rPr lang="en-US" sz="280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Go over requirements for the AITC competetion for networking and cybersecurity.</a:t>
            </a:r>
          </a:p>
          <a:p>
            <a:pPr algn="l" marL="606285" indent="-303142" lvl="1">
              <a:lnSpc>
                <a:spcPts val="3931"/>
              </a:lnSpc>
              <a:buFont typeface="Arial"/>
              <a:buChar char="•"/>
            </a:pPr>
            <a:r>
              <a:rPr lang="en-US" sz="280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Show an example of previous USITCC problem statements</a:t>
            </a:r>
          </a:p>
          <a:p>
            <a:pPr algn="l" marL="606285" indent="-303142" lvl="1">
              <a:lnSpc>
                <a:spcPts val="3931"/>
              </a:lnSpc>
              <a:buFont typeface="Arial"/>
              <a:buChar char="•"/>
            </a:pPr>
            <a:r>
              <a:rPr lang="en-US" sz="280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Talk about preperation steps for a competition like this</a:t>
            </a:r>
          </a:p>
          <a:p>
            <a:pPr algn="l" marL="606285" indent="-303142" lvl="1">
              <a:lnSpc>
                <a:spcPts val="3931"/>
              </a:lnSpc>
              <a:buFont typeface="Arial"/>
              <a:buChar char="•"/>
            </a:pPr>
            <a:r>
              <a:rPr lang="en-US" sz="280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Work through a practice problem for cyber.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72936" y="1711167"/>
            <a:ext cx="10386364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OBJECTIVES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5329590"/>
            <a:ext cx="7086180" cy="4957410"/>
          </a:xfrm>
          <a:custGeom>
            <a:avLst/>
            <a:gdLst/>
            <a:ahLst/>
            <a:cxnLst/>
            <a:rect r="r" b="b" t="t" l="l"/>
            <a:pathLst>
              <a:path h="4957410" w="7086180">
                <a:moveTo>
                  <a:pt x="0" y="0"/>
                </a:moveTo>
                <a:lnTo>
                  <a:pt x="7086180" y="0"/>
                </a:lnTo>
                <a:lnTo>
                  <a:pt x="7086180" y="4957410"/>
                </a:lnTo>
                <a:lnTo>
                  <a:pt x="0" y="4957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04762" y="66324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54538" y="21166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4048" y="3411856"/>
            <a:ext cx="8178547" cy="54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Plan before competition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How will we share files to work on the same doc? (networking)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Where are my resources for solving challenges? (cyber)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Who in my team is responsible for what?</a:t>
            </a:r>
          </a:p>
          <a:p>
            <a:pPr algn="l" marL="1554480" indent="-388620" lvl="3">
              <a:lnSpc>
                <a:spcPts val="3359"/>
              </a:lnSpc>
              <a:buFont typeface="Arial"/>
              <a:buChar char="￭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Planning document</a:t>
            </a:r>
          </a:p>
          <a:p>
            <a:pPr algn="l" marL="1554480" indent="-388620" lvl="3">
              <a:lnSpc>
                <a:spcPts val="3359"/>
              </a:lnSpc>
              <a:buFont typeface="Arial"/>
              <a:buChar char="￭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Diagram (Cisco is not collaborative, plan for this)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How will I take notes if required?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Pre-prepping templates might help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Prettiness counts, CISOs like pretty diagrams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69133"/>
            <a:ext cx="10386364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TIPS FOR SUCCESS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04762" y="6589395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54538" y="21166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9385695" y="5773443"/>
            <a:ext cx="7412746" cy="416967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385695" y="3411856"/>
            <a:ext cx="8178547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 competition tips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Have milestones, time management is important. Get stuck? move on.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0206" y="0"/>
            <a:ext cx="5207794" cy="9258300"/>
          </a:xfrm>
          <a:custGeom>
            <a:avLst/>
            <a:gdLst/>
            <a:ahLst/>
            <a:cxnLst/>
            <a:rect r="r" b="b" t="t" l="l"/>
            <a:pathLst>
              <a:path h="9258300" w="5207794">
                <a:moveTo>
                  <a:pt x="0" y="0"/>
                </a:moveTo>
                <a:lnTo>
                  <a:pt x="5207794" y="0"/>
                </a:lnTo>
                <a:lnTo>
                  <a:pt x="520779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01385" y="5880610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0" y="0"/>
                </a:moveTo>
                <a:lnTo>
                  <a:pt x="9144000" y="0"/>
                </a:lnTo>
                <a:lnTo>
                  <a:pt x="9144000" y="5081603"/>
                </a:lnTo>
                <a:lnTo>
                  <a:pt x="0" y="5081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4221" y="47056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174143" y="-156740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72716" y="4115633"/>
            <a:ext cx="5698246" cy="5142667"/>
          </a:xfrm>
          <a:custGeom>
            <a:avLst/>
            <a:gdLst/>
            <a:ahLst/>
            <a:cxnLst/>
            <a:rect r="r" b="b" t="t" l="l"/>
            <a:pathLst>
              <a:path h="5142667" w="5698246">
                <a:moveTo>
                  <a:pt x="0" y="0"/>
                </a:moveTo>
                <a:lnTo>
                  <a:pt x="5698246" y="0"/>
                </a:lnTo>
                <a:lnTo>
                  <a:pt x="5698246" y="5142667"/>
                </a:lnTo>
                <a:lnTo>
                  <a:pt x="0" y="51426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40429" y="990600"/>
            <a:ext cx="7557087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NETWORK</a:t>
            </a:r>
          </a:p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NEXUS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29032" y="3262756"/>
            <a:ext cx="877988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Creating an enterprise grade network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599372" y="-770438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16077" y="577319"/>
            <a:ext cx="12817350" cy="9132362"/>
          </a:xfrm>
          <a:custGeom>
            <a:avLst/>
            <a:gdLst/>
            <a:ahLst/>
            <a:cxnLst/>
            <a:rect r="r" b="b" t="t" l="l"/>
            <a:pathLst>
              <a:path h="9132362" w="12817350">
                <a:moveTo>
                  <a:pt x="0" y="0"/>
                </a:moveTo>
                <a:lnTo>
                  <a:pt x="12817350" y="0"/>
                </a:lnTo>
                <a:lnTo>
                  <a:pt x="12817350" y="9132362"/>
                </a:lnTo>
                <a:lnTo>
                  <a:pt x="0" y="9132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599372" y="-770438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0702" y="1189434"/>
            <a:ext cx="17206595" cy="7140737"/>
          </a:xfrm>
          <a:custGeom>
            <a:avLst/>
            <a:gdLst/>
            <a:ahLst/>
            <a:cxnLst/>
            <a:rect r="r" b="b" t="t" l="l"/>
            <a:pathLst>
              <a:path h="7140737" w="17206595">
                <a:moveTo>
                  <a:pt x="0" y="0"/>
                </a:moveTo>
                <a:lnTo>
                  <a:pt x="17206596" y="0"/>
                </a:lnTo>
                <a:lnTo>
                  <a:pt x="17206596" y="7140737"/>
                </a:lnTo>
                <a:lnTo>
                  <a:pt x="0" y="7140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661324" y="-770438"/>
            <a:ext cx="5830680" cy="14025903"/>
          </a:xfrm>
          <a:custGeom>
            <a:avLst/>
            <a:gdLst/>
            <a:ahLst/>
            <a:cxnLst/>
            <a:rect r="r" b="b" t="t" l="l"/>
            <a:pathLst>
              <a:path h="14025903" w="5830680">
                <a:moveTo>
                  <a:pt x="5830680" y="0"/>
                </a:moveTo>
                <a:lnTo>
                  <a:pt x="0" y="0"/>
                </a:lnTo>
                <a:lnTo>
                  <a:pt x="0" y="14025903"/>
                </a:lnTo>
                <a:lnTo>
                  <a:pt x="5830680" y="14025903"/>
                </a:lnTo>
                <a:lnTo>
                  <a:pt x="5830680" y="0"/>
                </a:lnTo>
                <a:close/>
              </a:path>
            </a:pathLst>
          </a:custGeom>
          <a:blipFill>
            <a:blip r:embed="rId4"/>
            <a:stretch>
              <a:fillRect l="0" t="0" r="-5122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1719" y="2261545"/>
            <a:ext cx="9236640" cy="6996755"/>
          </a:xfrm>
          <a:custGeom>
            <a:avLst/>
            <a:gdLst/>
            <a:ahLst/>
            <a:cxnLst/>
            <a:rect r="r" b="b" t="t" l="l"/>
            <a:pathLst>
              <a:path h="6996755" w="9236640">
                <a:moveTo>
                  <a:pt x="0" y="0"/>
                </a:moveTo>
                <a:lnTo>
                  <a:pt x="9236640" y="0"/>
                </a:lnTo>
                <a:lnTo>
                  <a:pt x="9236640" y="6996755"/>
                </a:lnTo>
                <a:lnTo>
                  <a:pt x="0" y="6996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352" y="428467"/>
            <a:ext cx="15861495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OSI MODEL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74789" y="-770438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352" y="428467"/>
            <a:ext cx="15861495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EXAMPLE PROBLEM </a:t>
            </a:r>
          </a:p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00770"/>
            <a:ext cx="11994675" cy="438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  <a:hlinkClick r:id="rId5" tooltip="https://tinyurl.com/usitccnetwork2023"/>
              </a:rPr>
              <a:t>https://tinyurl.com/usitccnetwork2023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following slides have an example problem statement from USITCC 2023.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Based on the rules we will likely see a much more simple stament for AITCC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Backup link:</a:t>
            </a:r>
          </a:p>
          <a:p>
            <a:pPr algn="l">
              <a:lnSpc>
                <a:spcPts val="2520"/>
              </a:lnSpc>
            </a:pPr>
            <a:r>
              <a:rPr lang="en-US" sz="1800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https://livemissouristate-my.sharepoint.com/:b:/g/personal/to329s_login_missouristate_edu/IQBC2K0oi0EWTZV_iRS0OyIhARE79vd62z5RKVJuAJrbcVE?e=KbSMye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443" y="3223263"/>
            <a:ext cx="7651394" cy="6035037"/>
          </a:xfrm>
          <a:custGeom>
            <a:avLst/>
            <a:gdLst/>
            <a:ahLst/>
            <a:cxnLst/>
            <a:rect r="r" b="b" t="t" l="l"/>
            <a:pathLst>
              <a:path h="6035037" w="7651394">
                <a:moveTo>
                  <a:pt x="0" y="0"/>
                </a:moveTo>
                <a:lnTo>
                  <a:pt x="7651394" y="0"/>
                </a:lnTo>
                <a:lnTo>
                  <a:pt x="7651394" y="6035037"/>
                </a:lnTo>
                <a:lnTo>
                  <a:pt x="0" y="6035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61099" y="3993353"/>
            <a:ext cx="9797575" cy="4249698"/>
          </a:xfrm>
          <a:custGeom>
            <a:avLst/>
            <a:gdLst/>
            <a:ahLst/>
            <a:cxnLst/>
            <a:rect r="r" b="b" t="t" l="l"/>
            <a:pathLst>
              <a:path h="4249698" w="9797575">
                <a:moveTo>
                  <a:pt x="0" y="0"/>
                </a:moveTo>
                <a:lnTo>
                  <a:pt x="9797575" y="0"/>
                </a:lnTo>
                <a:lnTo>
                  <a:pt x="9797575" y="4249698"/>
                </a:lnTo>
                <a:lnTo>
                  <a:pt x="0" y="424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352" y="428467"/>
            <a:ext cx="15861495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EXAMPLE PROBLEM </a:t>
            </a:r>
          </a:p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STATEMENT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002" y="3401013"/>
            <a:ext cx="8387152" cy="4792658"/>
          </a:xfrm>
          <a:custGeom>
            <a:avLst/>
            <a:gdLst/>
            <a:ahLst/>
            <a:cxnLst/>
            <a:rect r="r" b="b" t="t" l="l"/>
            <a:pathLst>
              <a:path h="4792658" w="8387152">
                <a:moveTo>
                  <a:pt x="0" y="0"/>
                </a:moveTo>
                <a:lnTo>
                  <a:pt x="8387152" y="0"/>
                </a:lnTo>
                <a:lnTo>
                  <a:pt x="8387152" y="4792658"/>
                </a:lnTo>
                <a:lnTo>
                  <a:pt x="0" y="4792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571364"/>
            <a:ext cx="8837632" cy="4451957"/>
          </a:xfrm>
          <a:custGeom>
            <a:avLst/>
            <a:gdLst/>
            <a:ahLst/>
            <a:cxnLst/>
            <a:rect r="r" b="b" t="t" l="l"/>
            <a:pathLst>
              <a:path h="4451957" w="8837632">
                <a:moveTo>
                  <a:pt x="0" y="0"/>
                </a:moveTo>
                <a:lnTo>
                  <a:pt x="8837632" y="0"/>
                </a:lnTo>
                <a:lnTo>
                  <a:pt x="8837632" y="4451957"/>
                </a:lnTo>
                <a:lnTo>
                  <a:pt x="0" y="44519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352" y="428467"/>
            <a:ext cx="15861495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EXAMPLE PROBLEM </a:t>
            </a:r>
          </a:p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STATEMENT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6419" y="2391711"/>
            <a:ext cx="7387354" cy="5503578"/>
          </a:xfrm>
          <a:custGeom>
            <a:avLst/>
            <a:gdLst/>
            <a:ahLst/>
            <a:cxnLst/>
            <a:rect r="r" b="b" t="t" l="l"/>
            <a:pathLst>
              <a:path h="5503578" w="7387354">
                <a:moveTo>
                  <a:pt x="0" y="0"/>
                </a:moveTo>
                <a:lnTo>
                  <a:pt x="7387354" y="0"/>
                </a:lnTo>
                <a:lnTo>
                  <a:pt x="7387354" y="5503578"/>
                </a:lnTo>
                <a:lnTo>
                  <a:pt x="0" y="5503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352" y="437992"/>
            <a:ext cx="15861495" cy="163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sz="55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NOTES OVER 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74231"/>
            <a:ext cx="7937211" cy="761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Google is fair game,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look the technologies you don’t know.</a:t>
            </a:r>
          </a:p>
          <a:p>
            <a:pPr algn="l" marL="1036320" indent="-345440" lvl="2">
              <a:lnSpc>
                <a:spcPts val="4680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Many of those requirements I couldn’t define off the top of my head </a:t>
            </a:r>
          </a:p>
          <a:p>
            <a:pPr algn="l" marL="1036320" indent="-345440" lvl="2">
              <a:lnSpc>
                <a:spcPts val="4680"/>
              </a:lnSpc>
              <a:buFont typeface="Arial"/>
              <a:buChar char="⚬"/>
            </a:pPr>
            <a:r>
              <a:rPr lang="en-US" b="true" sz="24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 jargon is very common in IT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. Different names for the same thing depending on vendor. </a:t>
            </a:r>
          </a:p>
          <a:p>
            <a:pPr algn="l" marL="1036320" indent="-345440" lvl="2">
              <a:lnSpc>
                <a:spcPts val="4680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This includes networking tools! (it-tools.tech)</a:t>
            </a:r>
          </a:p>
          <a:p>
            <a:pPr algn="l">
              <a:lnSpc>
                <a:spcPts val="4680"/>
              </a:lnSpc>
            </a:pP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Focus on the biggest part of this getting a deliverable</a:t>
            </a:r>
          </a:p>
          <a:p>
            <a:pPr algn="l" marL="1036320" indent="-345440" lvl="2">
              <a:lnSpc>
                <a:spcPts val="4680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 can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 the requirements later.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599372" y="-770438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2054" y="4948154"/>
            <a:ext cx="14192833" cy="4985232"/>
          </a:xfrm>
          <a:custGeom>
            <a:avLst/>
            <a:gdLst/>
            <a:ahLst/>
            <a:cxnLst/>
            <a:rect r="r" b="b" t="t" l="l"/>
            <a:pathLst>
              <a:path h="4985232" w="14192833">
                <a:moveTo>
                  <a:pt x="0" y="0"/>
                </a:moveTo>
                <a:lnTo>
                  <a:pt x="14192833" y="0"/>
                </a:lnTo>
                <a:lnTo>
                  <a:pt x="14192833" y="4985232"/>
                </a:lnTo>
                <a:lnTo>
                  <a:pt x="0" y="4985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352" y="428467"/>
            <a:ext cx="15861495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DOWNLOAD PACKET </a:t>
            </a:r>
          </a:p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TRACER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04737"/>
            <a:ext cx="817854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Pre-installed on 388 computers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https://tinyurl.com/msupacket-tracer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2113" y="3198974"/>
            <a:ext cx="9158583" cy="5489548"/>
          </a:xfrm>
          <a:custGeom>
            <a:avLst/>
            <a:gdLst/>
            <a:ahLst/>
            <a:cxnLst/>
            <a:rect r="r" b="b" t="t" l="l"/>
            <a:pathLst>
              <a:path h="5489548" w="9158583">
                <a:moveTo>
                  <a:pt x="0" y="0"/>
                </a:moveTo>
                <a:lnTo>
                  <a:pt x="9158584" y="0"/>
                </a:lnTo>
                <a:lnTo>
                  <a:pt x="9158584" y="5489548"/>
                </a:lnTo>
                <a:lnTo>
                  <a:pt x="0" y="548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352" y="437992"/>
            <a:ext cx="15861495" cy="163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sz="55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EXAMPLE TABLE OF CONTENTS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57563" y="2259147"/>
            <a:ext cx="7062368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Depends on what deliverables are required for the new competition. 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Take a look back at the original rules, will seem likely to be different</a:t>
            </a:r>
          </a:p>
          <a:p>
            <a:pPr algn="l">
              <a:lnSpc>
                <a:spcPts val="46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42113" y="8757868"/>
            <a:ext cx="826109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Example: My sophmore report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47246" y="514350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87936" y="2707362"/>
            <a:ext cx="6338738" cy="5409656"/>
          </a:xfrm>
          <a:custGeom>
            <a:avLst/>
            <a:gdLst/>
            <a:ahLst/>
            <a:cxnLst/>
            <a:rect r="r" b="b" t="t" l="l"/>
            <a:pathLst>
              <a:path h="5409656" w="6338738">
                <a:moveTo>
                  <a:pt x="0" y="0"/>
                </a:moveTo>
                <a:lnTo>
                  <a:pt x="6338738" y="0"/>
                </a:lnTo>
                <a:lnTo>
                  <a:pt x="6338738" y="5409656"/>
                </a:lnTo>
                <a:lnTo>
                  <a:pt x="0" y="5409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54788" y="1806547"/>
            <a:ext cx="6266906" cy="7725000"/>
          </a:xfrm>
          <a:custGeom>
            <a:avLst/>
            <a:gdLst/>
            <a:ahLst/>
            <a:cxnLst/>
            <a:rect r="r" b="b" t="t" l="l"/>
            <a:pathLst>
              <a:path h="7725000" w="6266906">
                <a:moveTo>
                  <a:pt x="0" y="0"/>
                </a:moveTo>
                <a:lnTo>
                  <a:pt x="6266906" y="0"/>
                </a:lnTo>
                <a:lnTo>
                  <a:pt x="6266906" y="7725000"/>
                </a:lnTo>
                <a:lnTo>
                  <a:pt x="0" y="7725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98430"/>
            <a:ext cx="12476307" cy="123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6"/>
              </a:lnSpc>
            </a:pPr>
            <a:r>
              <a:rPr lang="en-US" sz="6761">
                <a:solidFill>
                  <a:srgbClr val="F3F3F7"/>
                </a:solidFill>
                <a:latin typeface="Horizon"/>
                <a:ea typeface="Horizon"/>
                <a:cs typeface="Horizon"/>
                <a:sym typeface="Horizon"/>
              </a:rPr>
              <a:t>Topologies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7936" y="8050343"/>
            <a:ext cx="633873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Hub and spoke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54788" y="9464872"/>
            <a:ext cx="633873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Tree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790969" y="-770438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9628671" cy="7927606"/>
          </a:xfrm>
          <a:custGeom>
            <a:avLst/>
            <a:gdLst/>
            <a:ahLst/>
            <a:cxnLst/>
            <a:rect r="r" b="b" t="t" l="l"/>
            <a:pathLst>
              <a:path h="7927606" w="9628671">
                <a:moveTo>
                  <a:pt x="0" y="0"/>
                </a:moveTo>
                <a:lnTo>
                  <a:pt x="9628671" y="0"/>
                </a:lnTo>
                <a:lnTo>
                  <a:pt x="9628671" y="7927606"/>
                </a:lnTo>
                <a:lnTo>
                  <a:pt x="0" y="7927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191625"/>
            <a:ext cx="59918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Credit: </a:t>
            </a:r>
            <a:r>
              <a:rPr lang="en-US" sz="3399" u="sng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researchgate.net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599372" y="-770438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46876" y="3032375"/>
            <a:ext cx="12187875" cy="6749036"/>
          </a:xfrm>
          <a:custGeom>
            <a:avLst/>
            <a:gdLst/>
            <a:ahLst/>
            <a:cxnLst/>
            <a:rect r="r" b="b" t="t" l="l"/>
            <a:pathLst>
              <a:path h="6749036" w="12187875">
                <a:moveTo>
                  <a:pt x="0" y="0"/>
                </a:moveTo>
                <a:lnTo>
                  <a:pt x="12187875" y="0"/>
                </a:lnTo>
                <a:lnTo>
                  <a:pt x="12187875" y="6749035"/>
                </a:lnTo>
                <a:lnTo>
                  <a:pt x="0" y="6749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98430"/>
            <a:ext cx="12476307" cy="243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6"/>
              </a:lnSpc>
            </a:pPr>
            <a:r>
              <a:rPr lang="en-US" sz="6761">
                <a:solidFill>
                  <a:srgbClr val="F3F3F7"/>
                </a:solidFill>
                <a:latin typeface="Horizon"/>
                <a:ea typeface="Horizon"/>
                <a:cs typeface="Horizon"/>
                <a:sym typeface="Horizon"/>
              </a:rPr>
              <a:t>Load balancing is everywhere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92013" y="-770438"/>
            <a:ext cx="3824573" cy="14025903"/>
          </a:xfrm>
          <a:custGeom>
            <a:avLst/>
            <a:gdLst/>
            <a:ahLst/>
            <a:cxnLst/>
            <a:rect r="r" b="b" t="t" l="l"/>
            <a:pathLst>
              <a:path h="14025903" w="3824573">
                <a:moveTo>
                  <a:pt x="3824574" y="0"/>
                </a:moveTo>
                <a:lnTo>
                  <a:pt x="0" y="0"/>
                </a:lnTo>
                <a:lnTo>
                  <a:pt x="0" y="14025903"/>
                </a:lnTo>
                <a:lnTo>
                  <a:pt x="3824574" y="14025903"/>
                </a:lnTo>
                <a:lnTo>
                  <a:pt x="3824574" y="0"/>
                </a:lnTo>
                <a:close/>
              </a:path>
            </a:pathLst>
          </a:custGeom>
          <a:blipFill>
            <a:blip r:embed="rId4"/>
            <a:stretch>
              <a:fillRect l="0" t="0" r="-13054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6965" y="1533300"/>
            <a:ext cx="10485049" cy="8554415"/>
          </a:xfrm>
          <a:custGeom>
            <a:avLst/>
            <a:gdLst/>
            <a:ahLst/>
            <a:cxnLst/>
            <a:rect r="r" b="b" t="t" l="l"/>
            <a:pathLst>
              <a:path h="8554415" w="10485049">
                <a:moveTo>
                  <a:pt x="0" y="0"/>
                </a:moveTo>
                <a:lnTo>
                  <a:pt x="10485048" y="0"/>
                </a:lnTo>
                <a:lnTo>
                  <a:pt x="10485048" y="8554415"/>
                </a:lnTo>
                <a:lnTo>
                  <a:pt x="0" y="8554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124" t="0" r="-3604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-50820"/>
            <a:ext cx="12476307" cy="123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6"/>
              </a:lnSpc>
            </a:pPr>
            <a:r>
              <a:rPr lang="en-US" sz="6761">
                <a:solidFill>
                  <a:srgbClr val="F3F3F7"/>
                </a:solidFill>
                <a:latin typeface="Horizon"/>
                <a:ea typeface="Horizon"/>
                <a:cs typeface="Horizon"/>
                <a:sym typeface="Horizon"/>
              </a:rPr>
              <a:t>Final PRoduct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0"/>
            <a:ext cx="18288000" cy="9877425"/>
          </a:xfrm>
          <a:custGeom>
            <a:avLst/>
            <a:gdLst/>
            <a:ahLst/>
            <a:cxnLst/>
            <a:rect r="r" b="b" t="t" l="l"/>
            <a:pathLst>
              <a:path h="9877425" w="18288000">
                <a:moveTo>
                  <a:pt x="0" y="0"/>
                </a:moveTo>
                <a:lnTo>
                  <a:pt x="18288000" y="0"/>
                </a:lnTo>
                <a:lnTo>
                  <a:pt x="18288000" y="9877425"/>
                </a:lnTo>
                <a:lnTo>
                  <a:pt x="0" y="9877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15113" y="4026625"/>
            <a:ext cx="7944977" cy="4436526"/>
            <a:chOff x="0" y="0"/>
            <a:chExt cx="2092504" cy="11684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2504" cy="1168468"/>
            </a:xfrm>
            <a:custGeom>
              <a:avLst/>
              <a:gdLst/>
              <a:ahLst/>
              <a:cxnLst/>
              <a:rect r="r" b="b" t="t" l="l"/>
              <a:pathLst>
                <a:path h="1168468" w="2092504">
                  <a:moveTo>
                    <a:pt x="0" y="0"/>
                  </a:moveTo>
                  <a:lnTo>
                    <a:pt x="2092504" y="0"/>
                  </a:lnTo>
                  <a:lnTo>
                    <a:pt x="2092504" y="1168468"/>
                  </a:lnTo>
                  <a:lnTo>
                    <a:pt x="0" y="116846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DFDEE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92504" cy="120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1886" y="4026625"/>
            <a:ext cx="7266219" cy="4436526"/>
            <a:chOff x="0" y="0"/>
            <a:chExt cx="1913737" cy="11684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737" cy="1168468"/>
            </a:xfrm>
            <a:custGeom>
              <a:avLst/>
              <a:gdLst/>
              <a:ahLst/>
              <a:cxnLst/>
              <a:rect r="r" b="b" t="t" l="l"/>
              <a:pathLst>
                <a:path h="1168468" w="1913737">
                  <a:moveTo>
                    <a:pt x="0" y="0"/>
                  </a:moveTo>
                  <a:lnTo>
                    <a:pt x="1913737" y="0"/>
                  </a:lnTo>
                  <a:lnTo>
                    <a:pt x="1913737" y="1168468"/>
                  </a:lnTo>
                  <a:lnTo>
                    <a:pt x="0" y="116846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DFDEE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13737" cy="120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7052" y="4057650"/>
            <a:ext cx="644485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Planning Document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7052" y="5350123"/>
            <a:ext cx="6444859" cy="209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IP Addressing / Subnetting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How will you address requirements?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Documentation of your process. What steps are you taking?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 simple terms (students have best perspective here!)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633462" y="-365453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4852900" y="79084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956797" y="5378698"/>
            <a:ext cx="1699624" cy="1572090"/>
            <a:chOff x="0" y="0"/>
            <a:chExt cx="87873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8738" cy="812800"/>
            </a:xfrm>
            <a:custGeom>
              <a:avLst/>
              <a:gdLst/>
              <a:ahLst/>
              <a:cxnLst/>
              <a:rect r="r" b="b" t="t" l="l"/>
              <a:pathLst>
                <a:path h="812800" w="878738">
                  <a:moveTo>
                    <a:pt x="878738" y="406400"/>
                  </a:moveTo>
                  <a:lnTo>
                    <a:pt x="472338" y="0"/>
                  </a:lnTo>
                  <a:lnTo>
                    <a:pt x="47233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72338" y="609600"/>
                  </a:lnTo>
                  <a:lnTo>
                    <a:pt x="472338" y="812800"/>
                  </a:lnTo>
                  <a:lnTo>
                    <a:pt x="878738" y="406400"/>
                  </a:lnTo>
                  <a:close/>
                </a:path>
              </a:pathLst>
            </a:custGeom>
            <a:solidFill>
              <a:srgbClr val="7F858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65100"/>
              <a:ext cx="77713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110709" y="4057650"/>
            <a:ext cx="714859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Final Product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64995" y="752744"/>
            <a:ext cx="9679364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EXAMPLE STEPS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21896" y="5350123"/>
            <a:ext cx="6444859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Hopefully functional* (If you run out of time, make it work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Make it readable, avoid having a massive mess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3498" y="3322395"/>
            <a:ext cx="7610269" cy="466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55" indent="-259078" lvl="1">
              <a:lnSpc>
                <a:spcPts val="41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Cisco Net Academy</a:t>
            </a:r>
          </a:p>
          <a:p>
            <a:pPr algn="ctr" marL="518155" indent="-259078" lvl="1">
              <a:lnSpc>
                <a:spcPts val="41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“Example Enterprise Topologies”</a:t>
            </a:r>
          </a:p>
          <a:p>
            <a:pPr algn="ctr" marL="518155" indent="-259078" lvl="1">
              <a:lnSpc>
                <a:spcPts val="41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Review essential networking concepts</a:t>
            </a:r>
          </a:p>
          <a:p>
            <a:pPr algn="ctr" marL="518155" indent="-259078" lvl="1">
              <a:lnSpc>
                <a:spcPts val="41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 example topologies in packet tracer, have an idea of what you will want in there</a:t>
            </a:r>
          </a:p>
          <a:p>
            <a:pPr algn="ctr" marL="518155" indent="-259078" lvl="1">
              <a:lnSpc>
                <a:spcPts val="41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Look into technologies modern organizations use: cloud services,  and networking tech. You’ll have limited time, but get modern tech in there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44752" y="297792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66149" y="-216557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657" t="0" r="657" b="0"/>
          <a:stretch>
            <a:fillRect/>
          </a:stretch>
        </p:blipFill>
        <p:spPr>
          <a:xfrm flipH="false" flipV="false" rot="0">
            <a:off x="9800745" y="3789462"/>
            <a:ext cx="7596152" cy="432980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907134" y="990600"/>
            <a:ext cx="10473732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ADDITIONAL</a:t>
            </a:r>
          </a:p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STUDY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0206" y="0"/>
            <a:ext cx="5207794" cy="9258300"/>
          </a:xfrm>
          <a:custGeom>
            <a:avLst/>
            <a:gdLst/>
            <a:ahLst/>
            <a:cxnLst/>
            <a:rect r="r" b="b" t="t" l="l"/>
            <a:pathLst>
              <a:path h="9258300" w="5207794">
                <a:moveTo>
                  <a:pt x="0" y="0"/>
                </a:moveTo>
                <a:lnTo>
                  <a:pt x="5207794" y="0"/>
                </a:lnTo>
                <a:lnTo>
                  <a:pt x="520779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01385" y="5880610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0" y="0"/>
                </a:moveTo>
                <a:lnTo>
                  <a:pt x="9144000" y="0"/>
                </a:lnTo>
                <a:lnTo>
                  <a:pt x="9144000" y="5081603"/>
                </a:lnTo>
                <a:lnTo>
                  <a:pt x="0" y="5081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4221" y="47056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174143" y="-156740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6974076" y="5577461"/>
            <a:ext cx="4339847" cy="433984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365456" y="2469642"/>
            <a:ext cx="7557087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CYBER SENTINEL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54059" y="4741798"/>
            <a:ext cx="877988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Hack the Box CTF Challenge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599372" y="-770438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352" y="428467"/>
            <a:ext cx="9496445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GOING OVER COMP RULES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2601" y="3572810"/>
            <a:ext cx="4963876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Thats it.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This is most of the skills we have gone over so far review the github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 believe most likely categories: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Web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Pwn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Forensics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Cryptography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Coding?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33896" y="3471274"/>
            <a:ext cx="6995992" cy="4354828"/>
          </a:xfrm>
          <a:custGeom>
            <a:avLst/>
            <a:gdLst/>
            <a:ahLst/>
            <a:cxnLst/>
            <a:rect r="r" b="b" t="t" l="l"/>
            <a:pathLst>
              <a:path h="4354828" w="6995992">
                <a:moveTo>
                  <a:pt x="0" y="0"/>
                </a:moveTo>
                <a:lnTo>
                  <a:pt x="6995992" y="0"/>
                </a:lnTo>
                <a:lnTo>
                  <a:pt x="6995992" y="4354828"/>
                </a:lnTo>
                <a:lnTo>
                  <a:pt x="0" y="4354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9257" y="-8639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6853" y="608028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4448488"/>
            <a:ext cx="11301259" cy="4350985"/>
          </a:xfrm>
          <a:custGeom>
            <a:avLst/>
            <a:gdLst/>
            <a:ahLst/>
            <a:cxnLst/>
            <a:rect r="r" b="b" t="t" l="l"/>
            <a:pathLst>
              <a:path h="4350985" w="11301259">
                <a:moveTo>
                  <a:pt x="0" y="0"/>
                </a:moveTo>
                <a:lnTo>
                  <a:pt x="11301258" y="0"/>
                </a:lnTo>
                <a:lnTo>
                  <a:pt x="11301258" y="4350984"/>
                </a:lnTo>
                <a:lnTo>
                  <a:pt x="0" y="4350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25225" y="5988101"/>
            <a:ext cx="3086100" cy="2811372"/>
            <a:chOff x="0" y="0"/>
            <a:chExt cx="812800" cy="740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40444"/>
            </a:xfrm>
            <a:custGeom>
              <a:avLst/>
              <a:gdLst/>
              <a:ahLst/>
              <a:cxnLst/>
              <a:rect r="r" b="b" t="t" l="l"/>
              <a:pathLst>
                <a:path h="7404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12503"/>
                  </a:lnTo>
                  <a:cubicBezTo>
                    <a:pt x="812800" y="646435"/>
                    <a:pt x="799321" y="678977"/>
                    <a:pt x="775327" y="702971"/>
                  </a:cubicBezTo>
                  <a:cubicBezTo>
                    <a:pt x="751333" y="726964"/>
                    <a:pt x="718791" y="740444"/>
                    <a:pt x="684859" y="740444"/>
                  </a:cubicBezTo>
                  <a:lnTo>
                    <a:pt x="127941" y="740444"/>
                  </a:lnTo>
                  <a:cubicBezTo>
                    <a:pt x="94009" y="740444"/>
                    <a:pt x="61467" y="726964"/>
                    <a:pt x="37473" y="702971"/>
                  </a:cubicBezTo>
                  <a:cubicBezTo>
                    <a:pt x="13479" y="678977"/>
                    <a:pt x="0" y="646435"/>
                    <a:pt x="0" y="61250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142875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769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07134" y="1659762"/>
            <a:ext cx="10473732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LAB: CTF TRYOUT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0"/>
            <a:ext cx="18288000" cy="9877425"/>
          </a:xfrm>
          <a:custGeom>
            <a:avLst/>
            <a:gdLst/>
            <a:ahLst/>
            <a:cxnLst/>
            <a:rect r="r" b="b" t="t" l="l"/>
            <a:pathLst>
              <a:path h="9877425" w="18288000">
                <a:moveTo>
                  <a:pt x="0" y="0"/>
                </a:moveTo>
                <a:lnTo>
                  <a:pt x="18288000" y="0"/>
                </a:lnTo>
                <a:lnTo>
                  <a:pt x="18288000" y="9877425"/>
                </a:lnTo>
                <a:lnTo>
                  <a:pt x="0" y="9877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83203" y="4026625"/>
            <a:ext cx="3721595" cy="4436526"/>
            <a:chOff x="0" y="0"/>
            <a:chExt cx="980173" cy="11684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0173" cy="1168468"/>
            </a:xfrm>
            <a:custGeom>
              <a:avLst/>
              <a:gdLst/>
              <a:ahLst/>
              <a:cxnLst/>
              <a:rect r="r" b="b" t="t" l="l"/>
              <a:pathLst>
                <a:path h="1168468" w="980173">
                  <a:moveTo>
                    <a:pt x="0" y="0"/>
                  </a:moveTo>
                  <a:lnTo>
                    <a:pt x="980173" y="0"/>
                  </a:lnTo>
                  <a:lnTo>
                    <a:pt x="980173" y="1168468"/>
                  </a:lnTo>
                  <a:lnTo>
                    <a:pt x="0" y="116846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DFDEE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80173" cy="120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75395" y="4026625"/>
            <a:ext cx="3721595" cy="4436526"/>
            <a:chOff x="0" y="0"/>
            <a:chExt cx="980173" cy="11684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0173" cy="1168468"/>
            </a:xfrm>
            <a:custGeom>
              <a:avLst/>
              <a:gdLst/>
              <a:ahLst/>
              <a:cxnLst/>
              <a:rect r="r" b="b" t="t" l="l"/>
              <a:pathLst>
                <a:path h="1168468" w="980173">
                  <a:moveTo>
                    <a:pt x="0" y="0"/>
                  </a:moveTo>
                  <a:lnTo>
                    <a:pt x="980173" y="0"/>
                  </a:lnTo>
                  <a:lnTo>
                    <a:pt x="980173" y="1168468"/>
                  </a:lnTo>
                  <a:lnTo>
                    <a:pt x="0" y="116846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DFDEE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80173" cy="120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91011" y="4026625"/>
            <a:ext cx="3721595" cy="4436526"/>
            <a:chOff x="0" y="0"/>
            <a:chExt cx="980173" cy="11684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0173" cy="1168468"/>
            </a:xfrm>
            <a:custGeom>
              <a:avLst/>
              <a:gdLst/>
              <a:ahLst/>
              <a:cxnLst/>
              <a:rect r="r" b="b" t="t" l="l"/>
              <a:pathLst>
                <a:path h="1168468" w="980173">
                  <a:moveTo>
                    <a:pt x="0" y="0"/>
                  </a:moveTo>
                  <a:lnTo>
                    <a:pt x="980173" y="0"/>
                  </a:lnTo>
                  <a:lnTo>
                    <a:pt x="980173" y="1168468"/>
                  </a:lnTo>
                  <a:lnTo>
                    <a:pt x="0" y="116846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DFDEE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80173" cy="120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56177" y="4264408"/>
            <a:ext cx="2598564" cy="10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Q1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56177" y="5725249"/>
            <a:ext cx="2991261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Enumerate Website Whats there?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Is there any way we can insert data?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05395" y="4264408"/>
            <a:ext cx="2598564" cy="10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Q2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05395" y="5715724"/>
            <a:ext cx="267721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Test santization, Learn a bit about XML and web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83648" y="5715724"/>
            <a:ext cx="3670257" cy="69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Execute the payload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036910" y="4264408"/>
            <a:ext cx="2598564" cy="10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2"/>
              </a:lnSpc>
            </a:pPr>
            <a:r>
              <a:rPr lang="en-US" sz="575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Q3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04318" y="1917932"/>
            <a:ext cx="9679364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JAILBREAK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633462" y="-365453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4852900" y="79084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9393" y="53017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626669" y="-1238027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352" y="428467"/>
            <a:ext cx="9496445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MY ADVICE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278" y="2677694"/>
            <a:ext cx="9639763" cy="424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76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Know what tools you will use</a:t>
            </a:r>
          </a:p>
          <a:p>
            <a:pPr algn="l" marL="1036320" indent="-345440" lvl="2">
              <a:lnSpc>
                <a:spcPts val="3768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 can use my tool list! (See github)</a:t>
            </a:r>
          </a:p>
          <a:p>
            <a:pPr algn="l" marL="518160" indent="-259080" lvl="1">
              <a:lnSpc>
                <a:spcPts val="376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Take notes to help you with the analysis of the challenge, it might help you discover something you didn’t consider.</a:t>
            </a:r>
          </a:p>
          <a:p>
            <a:pPr algn="l" marL="518160" indent="-259080" lvl="1">
              <a:lnSpc>
                <a:spcPts val="376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If you have a specialty use it! Go for those hard challenges.</a:t>
            </a:r>
          </a:p>
          <a:p>
            <a:pPr algn="l">
              <a:lnSpc>
                <a:spcPts val="3768"/>
              </a:lnSpc>
            </a:pPr>
          </a:p>
          <a:p>
            <a:pPr algn="l">
              <a:lnSpc>
                <a:spcPts val="3768"/>
              </a:lnSpc>
            </a:pPr>
          </a:p>
          <a:p>
            <a:pPr algn="l" marL="518160" indent="-259080" lvl="1">
              <a:lnSpc>
                <a:spcPts val="376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 the end, you learned something.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654538" y="-106656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43680" y="1873319"/>
            <a:ext cx="5089727" cy="5934622"/>
          </a:xfrm>
          <a:custGeom>
            <a:avLst/>
            <a:gdLst/>
            <a:ahLst/>
            <a:cxnLst/>
            <a:rect r="r" b="b" t="t" l="l"/>
            <a:pathLst>
              <a:path h="5934622" w="5089727">
                <a:moveTo>
                  <a:pt x="0" y="0"/>
                </a:moveTo>
                <a:lnTo>
                  <a:pt x="5089728" y="0"/>
                </a:lnTo>
                <a:lnTo>
                  <a:pt x="5089728" y="5934623"/>
                </a:lnTo>
                <a:lnTo>
                  <a:pt x="0" y="59346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9257" y="-8639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6853" y="608028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47559" y="3751552"/>
            <a:ext cx="6792883" cy="5983266"/>
          </a:xfrm>
          <a:custGeom>
            <a:avLst/>
            <a:gdLst/>
            <a:ahLst/>
            <a:cxnLst/>
            <a:rect r="r" b="b" t="t" l="l"/>
            <a:pathLst>
              <a:path h="5983266" w="6792883">
                <a:moveTo>
                  <a:pt x="0" y="0"/>
                </a:moveTo>
                <a:lnTo>
                  <a:pt x="6792882" y="0"/>
                </a:lnTo>
                <a:lnTo>
                  <a:pt x="6792882" y="5983266"/>
                </a:lnTo>
                <a:lnTo>
                  <a:pt x="0" y="5983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9092" y="431576"/>
            <a:ext cx="2813791" cy="2813791"/>
          </a:xfrm>
          <a:custGeom>
            <a:avLst/>
            <a:gdLst/>
            <a:ahLst/>
            <a:cxnLst/>
            <a:rect r="r" b="b" t="t" l="l"/>
            <a:pathLst>
              <a:path h="2813791" w="2813791">
                <a:moveTo>
                  <a:pt x="0" y="0"/>
                </a:moveTo>
                <a:lnTo>
                  <a:pt x="2813791" y="0"/>
                </a:lnTo>
                <a:lnTo>
                  <a:pt x="2813791" y="2813792"/>
                </a:lnTo>
                <a:lnTo>
                  <a:pt x="0" y="28137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7134" y="739668"/>
            <a:ext cx="10473732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HACK THE MADNESS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07134" y="2832501"/>
            <a:ext cx="104737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March 6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Saturday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9257" y="-8639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6853" y="608028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07134" y="739668"/>
            <a:ext cx="10473732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HACK THE MADNESS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07134" y="2832501"/>
            <a:ext cx="104737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March 6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Saturday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652327"/>
            <a:ext cx="18288000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Register for ctf.hackthebox.com</a:t>
            </a:r>
          </a:p>
          <a:p>
            <a:pPr algn="ctr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Request to join (Make sure to send your username to to329s@missouristate.edu)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39092" y="431576"/>
            <a:ext cx="2813791" cy="2813791"/>
          </a:xfrm>
          <a:custGeom>
            <a:avLst/>
            <a:gdLst/>
            <a:ahLst/>
            <a:cxnLst/>
            <a:rect r="r" b="b" t="t" l="l"/>
            <a:pathLst>
              <a:path h="2813791" w="2813791">
                <a:moveTo>
                  <a:pt x="0" y="0"/>
                </a:moveTo>
                <a:lnTo>
                  <a:pt x="2813791" y="0"/>
                </a:lnTo>
                <a:lnTo>
                  <a:pt x="2813791" y="2813792"/>
                </a:lnTo>
                <a:lnTo>
                  <a:pt x="0" y="281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9257" y="-8639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6853" y="608028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4663922"/>
            <a:ext cx="11301259" cy="5212706"/>
          </a:xfrm>
          <a:custGeom>
            <a:avLst/>
            <a:gdLst/>
            <a:ahLst/>
            <a:cxnLst/>
            <a:rect r="r" b="b" t="t" l="l"/>
            <a:pathLst>
              <a:path h="5212706" w="11301259">
                <a:moveTo>
                  <a:pt x="0" y="0"/>
                </a:moveTo>
                <a:lnTo>
                  <a:pt x="11301258" y="0"/>
                </a:lnTo>
                <a:lnTo>
                  <a:pt x="11301258" y="5212706"/>
                </a:lnTo>
                <a:lnTo>
                  <a:pt x="0" y="5212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07134" y="47284"/>
            <a:ext cx="10473732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HACK THE MADNESS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07134" y="2210180"/>
            <a:ext cx="104737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March 6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Saturday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0144" y="3113810"/>
            <a:ext cx="163955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https://ctf.hackthebox.com/team/overview/196551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0144" y="220407"/>
            <a:ext cx="2813791" cy="2813791"/>
          </a:xfrm>
          <a:custGeom>
            <a:avLst/>
            <a:gdLst/>
            <a:ahLst/>
            <a:cxnLst/>
            <a:rect r="r" b="b" t="t" l="l"/>
            <a:pathLst>
              <a:path h="2813791" w="2813791">
                <a:moveTo>
                  <a:pt x="0" y="0"/>
                </a:moveTo>
                <a:lnTo>
                  <a:pt x="2813791" y="0"/>
                </a:lnTo>
                <a:lnTo>
                  <a:pt x="2813791" y="2813792"/>
                </a:lnTo>
                <a:lnTo>
                  <a:pt x="0" y="28137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9257" y="-86396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4921" y="5989778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07134" y="47284"/>
            <a:ext cx="10473732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HACK THE MADNESS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07134" y="2210180"/>
            <a:ext cx="104737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March 6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Saturday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50144" y="220407"/>
            <a:ext cx="2813791" cy="2813791"/>
          </a:xfrm>
          <a:custGeom>
            <a:avLst/>
            <a:gdLst/>
            <a:ahLst/>
            <a:cxnLst/>
            <a:rect r="r" b="b" t="t" l="l"/>
            <a:pathLst>
              <a:path h="2813791" w="2813791">
                <a:moveTo>
                  <a:pt x="0" y="0"/>
                </a:moveTo>
                <a:lnTo>
                  <a:pt x="2813791" y="0"/>
                </a:lnTo>
                <a:lnTo>
                  <a:pt x="2813791" y="2813792"/>
                </a:lnTo>
                <a:lnTo>
                  <a:pt x="0" y="281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36661" y="3255365"/>
            <a:ext cx="8214678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5" tooltip="https://discord.gg/xWh9M3tMbd"/>
              </a:rPr>
              <a:t>https://discord.gg/xWh9M3tMbd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44524" y="4128673"/>
            <a:ext cx="6177624" cy="61776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17839" y="5070825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782476" cy="12379902"/>
          </a:xfrm>
          <a:custGeom>
            <a:avLst/>
            <a:gdLst/>
            <a:ahLst/>
            <a:cxnLst/>
            <a:rect r="r" b="b" t="t" l="l"/>
            <a:pathLst>
              <a:path h="12379902" w="7782476">
                <a:moveTo>
                  <a:pt x="0" y="0"/>
                </a:moveTo>
                <a:lnTo>
                  <a:pt x="7782476" y="0"/>
                </a:lnTo>
                <a:lnTo>
                  <a:pt x="7782476" y="12379902"/>
                </a:lnTo>
                <a:lnTo>
                  <a:pt x="0" y="12379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44536" y="-2501909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115890"/>
            <a:ext cx="6400544" cy="6344540"/>
          </a:xfrm>
          <a:custGeom>
            <a:avLst/>
            <a:gdLst/>
            <a:ahLst/>
            <a:cxnLst/>
            <a:rect r="r" b="b" t="t" l="l"/>
            <a:pathLst>
              <a:path h="6344540" w="6400544">
                <a:moveTo>
                  <a:pt x="0" y="0"/>
                </a:moveTo>
                <a:lnTo>
                  <a:pt x="6400544" y="0"/>
                </a:lnTo>
                <a:lnTo>
                  <a:pt x="6400544" y="6344540"/>
                </a:lnTo>
                <a:lnTo>
                  <a:pt x="0" y="6344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32418" y="2742156"/>
            <a:ext cx="8658828" cy="290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789"/>
              </a:lnSpc>
            </a:pPr>
            <a:r>
              <a:rPr lang="en-US" sz="1037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DAHCGCE28QA</dc:identifier>
  <dcterms:modified xsi:type="dcterms:W3CDTF">2011-08-01T06:04:30Z</dcterms:modified>
  <cp:revision>1</cp:revision>
  <dc:title>AITC comp training</dc:title>
</cp:coreProperties>
</file>